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448" r:id="rId3"/>
    <p:sldId id="261" r:id="rId4"/>
    <p:sldId id="449" r:id="rId5"/>
    <p:sldId id="450" r:id="rId6"/>
    <p:sldId id="451" r:id="rId7"/>
    <p:sldId id="325" r:id="rId8"/>
    <p:sldId id="326" r:id="rId9"/>
    <p:sldId id="327" r:id="rId10"/>
    <p:sldId id="328" r:id="rId11"/>
    <p:sldId id="329" r:id="rId12"/>
    <p:sldId id="331" r:id="rId13"/>
    <p:sldId id="332" r:id="rId14"/>
    <p:sldId id="333" r:id="rId15"/>
    <p:sldId id="334" r:id="rId16"/>
    <p:sldId id="344" r:id="rId17"/>
    <p:sldId id="456" r:id="rId18"/>
    <p:sldId id="465" r:id="rId19"/>
    <p:sldId id="455" r:id="rId20"/>
    <p:sldId id="454" r:id="rId21"/>
    <p:sldId id="453" r:id="rId22"/>
    <p:sldId id="452" r:id="rId23"/>
    <p:sldId id="460" r:id="rId24"/>
    <p:sldId id="459" r:id="rId25"/>
    <p:sldId id="458" r:id="rId26"/>
    <p:sldId id="470" r:id="rId27"/>
    <p:sldId id="469" r:id="rId28"/>
    <p:sldId id="468" r:id="rId29"/>
    <p:sldId id="467" r:id="rId30"/>
    <p:sldId id="471" r:id="rId31"/>
    <p:sldId id="466" r:id="rId32"/>
    <p:sldId id="474" r:id="rId33"/>
    <p:sldId id="473" r:id="rId34"/>
    <p:sldId id="472" r:id="rId35"/>
    <p:sldId id="476" r:id="rId36"/>
    <p:sldId id="475" r:id="rId37"/>
    <p:sldId id="324" r:id="rId38"/>
    <p:sldId id="477" r:id="rId39"/>
    <p:sldId id="263" r:id="rId4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Villarruel" initials="MV" lastIdx="2" clrIdx="0">
    <p:extLst>
      <p:ext uri="{19B8F6BF-5375-455C-9EA6-DF929625EA0E}">
        <p15:presenceInfo xmlns:p15="http://schemas.microsoft.com/office/powerpoint/2012/main" userId="Michael Villarru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27DEC4-4842-16F2-2A25-DAACAA1A8EC5}" v="742" dt="2025-03-01T00:24:01.154"/>
    <p1510:client id="{DB845236-6533-220C-655F-6348B26B1DF4}" v="461" dt="2025-02-28T20:42:12.9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K DAMIAN CRIOLLO O�A" userId="S::edcriollo1@espe.edu.ec::6dcbe2a5-cfdc-4b63-9481-50760e65cace" providerId="AD" clId="Web-{CC80EB6E-4766-6F86-C6A6-4C3E4372F867}"/>
    <pc:docChg chg="addSld delSld modSld">
      <pc:chgData name="ERICK DAMIAN CRIOLLO O�A" userId="S::edcriollo1@espe.edu.ec::6dcbe2a5-cfdc-4b63-9481-50760e65cace" providerId="AD" clId="Web-{CC80EB6E-4766-6F86-C6A6-4C3E4372F867}" dt="2024-12-08T22:12:58.827" v="1232" actId="1076"/>
      <pc:docMkLst>
        <pc:docMk/>
      </pc:docMkLst>
      <pc:sldChg chg="addSp delSp modSp">
        <pc:chgData name="ERICK DAMIAN CRIOLLO O�A" userId="S::edcriollo1@espe.edu.ec::6dcbe2a5-cfdc-4b63-9481-50760e65cace" providerId="AD" clId="Web-{CC80EB6E-4766-6F86-C6A6-4C3E4372F867}" dt="2024-12-08T21:37:40.286" v="8" actId="1076"/>
        <pc:sldMkLst>
          <pc:docMk/>
          <pc:sldMk cId="3663893953" sldId="331"/>
        </pc:sldMkLst>
        <pc:picChg chg="add mod">
          <ac:chgData name="ERICK DAMIAN CRIOLLO O�A" userId="S::edcriollo1@espe.edu.ec::6dcbe2a5-cfdc-4b63-9481-50760e65cace" providerId="AD" clId="Web-{CC80EB6E-4766-6F86-C6A6-4C3E4372F867}" dt="2024-12-08T21:37:40.286" v="8" actId="1076"/>
          <ac:picMkLst>
            <pc:docMk/>
            <pc:sldMk cId="3663893953" sldId="331"/>
            <ac:picMk id="4" creationId="{7C6D2119-B4A5-7F6C-4D39-882AEA93E3AC}"/>
          </ac:picMkLst>
        </pc:picChg>
        <pc:picChg chg="del">
          <ac:chgData name="ERICK DAMIAN CRIOLLO O�A" userId="S::edcriollo1@espe.edu.ec::6dcbe2a5-cfdc-4b63-9481-50760e65cace" providerId="AD" clId="Web-{CC80EB6E-4766-6F86-C6A6-4C3E4372F867}" dt="2024-12-08T21:37:18.926" v="0"/>
          <ac:picMkLst>
            <pc:docMk/>
            <pc:sldMk cId="3663893953" sldId="331"/>
            <ac:picMk id="6" creationId="{6768BB16-FF56-FFC4-F77D-FDB6CB4D4A93}"/>
          </ac:picMkLst>
        </pc:picChg>
        <pc:picChg chg="del">
          <ac:chgData name="ERICK DAMIAN CRIOLLO O�A" userId="S::edcriollo1@espe.edu.ec::6dcbe2a5-cfdc-4b63-9481-50760e65cace" providerId="AD" clId="Web-{CC80EB6E-4766-6F86-C6A6-4C3E4372F867}" dt="2024-12-08T21:37:31.332" v="4"/>
          <ac:picMkLst>
            <pc:docMk/>
            <pc:sldMk cId="3663893953" sldId="331"/>
            <ac:picMk id="7" creationId="{AD914F9F-FB91-A3D9-8B92-F70D2A165AB0}"/>
          </ac:picMkLst>
        </pc:picChg>
        <pc:picChg chg="add mod">
          <ac:chgData name="ERICK DAMIAN CRIOLLO O�A" userId="S::edcriollo1@espe.edu.ec::6dcbe2a5-cfdc-4b63-9481-50760e65cace" providerId="AD" clId="Web-{CC80EB6E-4766-6F86-C6A6-4C3E4372F867}" dt="2024-12-08T21:37:38.630" v="7" actId="1076"/>
          <ac:picMkLst>
            <pc:docMk/>
            <pc:sldMk cId="3663893953" sldId="331"/>
            <ac:picMk id="8" creationId="{0C041FD7-A51F-44CC-383E-40271DCB751E}"/>
          </ac:picMkLst>
        </pc:picChg>
      </pc:sldChg>
      <pc:sldChg chg="addSp delSp modSp">
        <pc:chgData name="ERICK DAMIAN CRIOLLO O�A" userId="S::edcriollo1@espe.edu.ec::6dcbe2a5-cfdc-4b63-9481-50760e65cace" providerId="AD" clId="Web-{CC80EB6E-4766-6F86-C6A6-4C3E4372F867}" dt="2024-12-08T21:37:50.318" v="12" actId="14100"/>
        <pc:sldMkLst>
          <pc:docMk/>
          <pc:sldMk cId="4261152526" sldId="332"/>
        </pc:sldMkLst>
        <pc:picChg chg="del">
          <ac:chgData name="ERICK DAMIAN CRIOLLO O�A" userId="S::edcriollo1@espe.edu.ec::6dcbe2a5-cfdc-4b63-9481-50760e65cace" providerId="AD" clId="Web-{CC80EB6E-4766-6F86-C6A6-4C3E4372F867}" dt="2024-12-08T21:37:46.677" v="9"/>
          <ac:picMkLst>
            <pc:docMk/>
            <pc:sldMk cId="4261152526" sldId="332"/>
            <ac:picMk id="4" creationId="{E0AE3059-0E6A-77B4-5332-54FA86FD1DB5}"/>
          </ac:picMkLst>
        </pc:picChg>
        <pc:picChg chg="add mod">
          <ac:chgData name="ERICK DAMIAN CRIOLLO O�A" userId="S::edcriollo1@espe.edu.ec::6dcbe2a5-cfdc-4b63-9481-50760e65cace" providerId="AD" clId="Web-{CC80EB6E-4766-6F86-C6A6-4C3E4372F867}" dt="2024-12-08T21:37:50.318" v="12" actId="14100"/>
          <ac:picMkLst>
            <pc:docMk/>
            <pc:sldMk cId="4261152526" sldId="332"/>
            <ac:picMk id="6" creationId="{42DF7781-406C-82F7-6010-6C79A985D962}"/>
          </ac:picMkLst>
        </pc:picChg>
      </pc:sldChg>
      <pc:sldChg chg="addSp delSp modSp">
        <pc:chgData name="ERICK DAMIAN CRIOLLO O�A" userId="S::edcriollo1@espe.edu.ec::6dcbe2a5-cfdc-4b63-9481-50760e65cace" providerId="AD" clId="Web-{CC80EB6E-4766-6F86-C6A6-4C3E4372F867}" dt="2024-12-08T21:38:17.225" v="17" actId="1076"/>
        <pc:sldMkLst>
          <pc:docMk/>
          <pc:sldMk cId="2065198200" sldId="333"/>
        </pc:sldMkLst>
        <pc:picChg chg="del">
          <ac:chgData name="ERICK DAMIAN CRIOLLO O�A" userId="S::edcriollo1@espe.edu.ec::6dcbe2a5-cfdc-4b63-9481-50760e65cace" providerId="AD" clId="Web-{CC80EB6E-4766-6F86-C6A6-4C3E4372F867}" dt="2024-12-08T21:38:11.850" v="13"/>
          <ac:picMkLst>
            <pc:docMk/>
            <pc:sldMk cId="2065198200" sldId="333"/>
            <ac:picMk id="4" creationId="{7D29C6BE-42FC-B098-2344-C3078DB0C9AC}"/>
          </ac:picMkLst>
        </pc:picChg>
        <pc:picChg chg="add mod">
          <ac:chgData name="ERICK DAMIAN CRIOLLO O�A" userId="S::edcriollo1@espe.edu.ec::6dcbe2a5-cfdc-4b63-9481-50760e65cace" providerId="AD" clId="Web-{CC80EB6E-4766-6F86-C6A6-4C3E4372F867}" dt="2024-12-08T21:38:17.225" v="17" actId="1076"/>
          <ac:picMkLst>
            <pc:docMk/>
            <pc:sldMk cId="2065198200" sldId="333"/>
            <ac:picMk id="6" creationId="{1D1FA54A-75D7-18C6-D682-F1B76A1FF332}"/>
          </ac:picMkLst>
        </pc:picChg>
      </pc:sldChg>
      <pc:sldChg chg="addSp delSp modSp">
        <pc:chgData name="ERICK DAMIAN CRIOLLO O�A" userId="S::edcriollo1@espe.edu.ec::6dcbe2a5-cfdc-4b63-9481-50760e65cace" providerId="AD" clId="Web-{CC80EB6E-4766-6F86-C6A6-4C3E4372F867}" dt="2024-12-08T21:39:06.539" v="43" actId="1076"/>
        <pc:sldMkLst>
          <pc:docMk/>
          <pc:sldMk cId="2070467638" sldId="334"/>
        </pc:sldMkLst>
        <pc:spChg chg="mod">
          <ac:chgData name="ERICK DAMIAN CRIOLLO O�A" userId="S::edcriollo1@espe.edu.ec::6dcbe2a5-cfdc-4b63-9481-50760e65cace" providerId="AD" clId="Web-{CC80EB6E-4766-6F86-C6A6-4C3E4372F867}" dt="2024-12-08T21:39:02.601" v="40" actId="20577"/>
          <ac:spMkLst>
            <pc:docMk/>
            <pc:sldMk cId="2070467638" sldId="334"/>
            <ac:spMk id="3" creationId="{93B8F572-C439-414C-90FA-BE3C081E9B98}"/>
          </ac:spMkLst>
        </pc:spChg>
        <pc:picChg chg="add mod">
          <ac:chgData name="ERICK DAMIAN CRIOLLO O�A" userId="S::edcriollo1@espe.edu.ec::6dcbe2a5-cfdc-4b63-9481-50760e65cace" providerId="AD" clId="Web-{CC80EB6E-4766-6F86-C6A6-4C3E4372F867}" dt="2024-12-08T21:39:06.539" v="43" actId="1076"/>
          <ac:picMkLst>
            <pc:docMk/>
            <pc:sldMk cId="2070467638" sldId="334"/>
            <ac:picMk id="4" creationId="{E402A76E-B3F2-3C71-76B9-8D23FEE0DD31}"/>
          </ac:picMkLst>
        </pc:picChg>
        <pc:picChg chg="del">
          <ac:chgData name="ERICK DAMIAN CRIOLLO O�A" userId="S::edcriollo1@espe.edu.ec::6dcbe2a5-cfdc-4b63-9481-50760e65cace" providerId="AD" clId="Web-{CC80EB6E-4766-6F86-C6A6-4C3E4372F867}" dt="2024-12-08T21:39:03.679" v="41"/>
          <ac:picMkLst>
            <pc:docMk/>
            <pc:sldMk cId="2070467638" sldId="334"/>
            <ac:picMk id="6" creationId="{BA0D7A88-6DEA-A50C-CEF6-7F3EEEE01B71}"/>
          </ac:picMkLst>
        </pc:picChg>
      </pc:sldChg>
      <pc:sldChg chg="addSp delSp modSp">
        <pc:chgData name="ERICK DAMIAN CRIOLLO O�A" userId="S::edcriollo1@espe.edu.ec::6dcbe2a5-cfdc-4b63-9481-50760e65cace" providerId="AD" clId="Web-{CC80EB6E-4766-6F86-C6A6-4C3E4372F867}" dt="2024-12-08T21:40:26.479" v="112" actId="1076"/>
        <pc:sldMkLst>
          <pc:docMk/>
          <pc:sldMk cId="2326254396" sldId="344"/>
        </pc:sldMkLst>
        <pc:spChg chg="mod">
          <ac:chgData name="ERICK DAMIAN CRIOLLO O�A" userId="S::edcriollo1@espe.edu.ec::6dcbe2a5-cfdc-4b63-9481-50760e65cace" providerId="AD" clId="Web-{CC80EB6E-4766-6F86-C6A6-4C3E4372F867}" dt="2024-12-08T21:40:08.947" v="108" actId="20577"/>
          <ac:spMkLst>
            <pc:docMk/>
            <pc:sldMk cId="2326254396" sldId="344"/>
            <ac:spMk id="3" creationId="{93B8F572-C439-414C-90FA-BE3C081E9B98}"/>
          </ac:spMkLst>
        </pc:spChg>
        <pc:picChg chg="del">
          <ac:chgData name="ERICK DAMIAN CRIOLLO O�A" userId="S::edcriollo1@espe.edu.ec::6dcbe2a5-cfdc-4b63-9481-50760e65cace" providerId="AD" clId="Web-{CC80EB6E-4766-6F86-C6A6-4C3E4372F867}" dt="2024-12-08T21:40:18.323" v="109"/>
          <ac:picMkLst>
            <pc:docMk/>
            <pc:sldMk cId="2326254396" sldId="344"/>
            <ac:picMk id="4" creationId="{9B4B5F7D-9002-EA56-4608-645DC34CF952}"/>
          </ac:picMkLst>
        </pc:picChg>
        <pc:picChg chg="add mod">
          <ac:chgData name="ERICK DAMIAN CRIOLLO O�A" userId="S::edcriollo1@espe.edu.ec::6dcbe2a5-cfdc-4b63-9481-50760e65cace" providerId="AD" clId="Web-{CC80EB6E-4766-6F86-C6A6-4C3E4372F867}" dt="2024-12-08T21:40:26.479" v="112" actId="1076"/>
          <ac:picMkLst>
            <pc:docMk/>
            <pc:sldMk cId="2326254396" sldId="344"/>
            <ac:picMk id="6" creationId="{B2B8CA8F-C2C5-F597-7D4C-CCDE6645AD02}"/>
          </ac:picMkLst>
        </pc:picChg>
      </pc:sldChg>
      <pc:sldChg chg="addSp delSp modSp">
        <pc:chgData name="ERICK DAMIAN CRIOLLO O�A" userId="S::edcriollo1@espe.edu.ec::6dcbe2a5-cfdc-4b63-9481-50760e65cace" providerId="AD" clId="Web-{CC80EB6E-4766-6F86-C6A6-4C3E4372F867}" dt="2024-12-08T21:44:09.205" v="274" actId="1076"/>
        <pc:sldMkLst>
          <pc:docMk/>
          <pc:sldMk cId="376911173" sldId="345"/>
        </pc:sldMkLst>
        <pc:spChg chg="mod">
          <ac:chgData name="ERICK DAMIAN CRIOLLO O�A" userId="S::edcriollo1@espe.edu.ec::6dcbe2a5-cfdc-4b63-9481-50760e65cace" providerId="AD" clId="Web-{CC80EB6E-4766-6F86-C6A6-4C3E4372F867}" dt="2024-12-08T21:42:02.623" v="177" actId="1076"/>
          <ac:spMkLst>
            <pc:docMk/>
            <pc:sldMk cId="376911173" sldId="345"/>
            <ac:spMk id="3" creationId="{93B8F572-C439-414C-90FA-BE3C081E9B98}"/>
          </ac:spMkLst>
        </pc:spChg>
        <pc:picChg chg="del">
          <ac:chgData name="ERICK DAMIAN CRIOLLO O�A" userId="S::edcriollo1@espe.edu.ec::6dcbe2a5-cfdc-4b63-9481-50760e65cace" providerId="AD" clId="Web-{CC80EB6E-4766-6F86-C6A6-4C3E4372F867}" dt="2024-12-08T21:41:52.185" v="172"/>
          <ac:picMkLst>
            <pc:docMk/>
            <pc:sldMk cId="376911173" sldId="345"/>
            <ac:picMk id="4" creationId="{80993A34-D304-FE6B-CFB6-6417649C32FB}"/>
          </ac:picMkLst>
        </pc:picChg>
        <pc:picChg chg="add mod">
          <ac:chgData name="ERICK DAMIAN CRIOLLO O�A" userId="S::edcriollo1@espe.edu.ec::6dcbe2a5-cfdc-4b63-9481-50760e65cace" providerId="AD" clId="Web-{CC80EB6E-4766-6F86-C6A6-4C3E4372F867}" dt="2024-12-08T21:44:09.205" v="274" actId="1076"/>
          <ac:picMkLst>
            <pc:docMk/>
            <pc:sldMk cId="376911173" sldId="345"/>
            <ac:picMk id="6" creationId="{75F2C6CE-FB11-028A-90C9-391A1BCE1C6E}"/>
          </ac:picMkLst>
        </pc:picChg>
      </pc:sldChg>
      <pc:sldChg chg="addSp delSp modSp">
        <pc:chgData name="ERICK DAMIAN CRIOLLO O�A" userId="S::edcriollo1@espe.edu.ec::6dcbe2a5-cfdc-4b63-9481-50760e65cace" providerId="AD" clId="Web-{CC80EB6E-4766-6F86-C6A6-4C3E4372F867}" dt="2024-12-08T21:44:24.315" v="279"/>
        <pc:sldMkLst>
          <pc:docMk/>
          <pc:sldMk cId="2478630053" sldId="346"/>
        </pc:sldMkLst>
        <pc:spChg chg="mod">
          <ac:chgData name="ERICK DAMIAN CRIOLLO O�A" userId="S::edcriollo1@espe.edu.ec::6dcbe2a5-cfdc-4b63-9481-50760e65cace" providerId="AD" clId="Web-{CC80EB6E-4766-6F86-C6A6-4C3E4372F867}" dt="2024-12-08T21:44:00.377" v="273" actId="20577"/>
          <ac:spMkLst>
            <pc:docMk/>
            <pc:sldMk cId="2478630053" sldId="346"/>
            <ac:spMk id="3" creationId="{93B8F572-C439-414C-90FA-BE3C081E9B98}"/>
          </ac:spMkLst>
        </pc:spChg>
        <pc:picChg chg="del">
          <ac:chgData name="ERICK DAMIAN CRIOLLO O�A" userId="S::edcriollo1@espe.edu.ec::6dcbe2a5-cfdc-4b63-9481-50760e65cace" providerId="AD" clId="Web-{CC80EB6E-4766-6F86-C6A6-4C3E4372F867}" dt="2024-12-08T21:43:25.298" v="268"/>
          <ac:picMkLst>
            <pc:docMk/>
            <pc:sldMk cId="2478630053" sldId="346"/>
            <ac:picMk id="4" creationId="{84046EBE-2334-A172-2DDF-2041B3C529A7}"/>
          </ac:picMkLst>
        </pc:picChg>
        <pc:picChg chg="add mod modCrop">
          <ac:chgData name="ERICK DAMIAN CRIOLLO O�A" userId="S::edcriollo1@espe.edu.ec::6dcbe2a5-cfdc-4b63-9481-50760e65cace" providerId="AD" clId="Web-{CC80EB6E-4766-6F86-C6A6-4C3E4372F867}" dt="2024-12-08T21:44:24.315" v="279"/>
          <ac:picMkLst>
            <pc:docMk/>
            <pc:sldMk cId="2478630053" sldId="346"/>
            <ac:picMk id="6" creationId="{9A3E6522-F6D7-9A5E-A1C5-0A52A4DF5F70}"/>
          </ac:picMkLst>
        </pc:picChg>
        <pc:picChg chg="add mod">
          <ac:chgData name="ERICK DAMIAN CRIOLLO O�A" userId="S::edcriollo1@espe.edu.ec::6dcbe2a5-cfdc-4b63-9481-50760e65cace" providerId="AD" clId="Web-{CC80EB6E-4766-6F86-C6A6-4C3E4372F867}" dt="2024-12-08T21:44:19.378" v="277" actId="1076"/>
          <ac:picMkLst>
            <pc:docMk/>
            <pc:sldMk cId="2478630053" sldId="346"/>
            <ac:picMk id="8" creationId="{01EB0516-9D88-28AB-88C6-847355EAF3BC}"/>
          </ac:picMkLst>
        </pc:picChg>
      </pc:sldChg>
      <pc:sldChg chg="addSp delSp modSp">
        <pc:chgData name="ERICK DAMIAN CRIOLLO O�A" userId="S::edcriollo1@espe.edu.ec::6dcbe2a5-cfdc-4b63-9481-50760e65cace" providerId="AD" clId="Web-{CC80EB6E-4766-6F86-C6A6-4C3E4372F867}" dt="2024-12-08T21:45:23.458" v="335" actId="1076"/>
        <pc:sldMkLst>
          <pc:docMk/>
          <pc:sldMk cId="3310875422" sldId="347"/>
        </pc:sldMkLst>
        <pc:spChg chg="mod">
          <ac:chgData name="ERICK DAMIAN CRIOLLO O�A" userId="S::edcriollo1@espe.edu.ec::6dcbe2a5-cfdc-4b63-9481-50760e65cace" providerId="AD" clId="Web-{CC80EB6E-4766-6F86-C6A6-4C3E4372F867}" dt="2024-12-08T21:45:10.051" v="327" actId="20577"/>
          <ac:spMkLst>
            <pc:docMk/>
            <pc:sldMk cId="3310875422" sldId="347"/>
            <ac:spMk id="3" creationId="{93B8F572-C439-414C-90FA-BE3C081E9B98}"/>
          </ac:spMkLst>
        </pc:spChg>
        <pc:picChg chg="add mod">
          <ac:chgData name="ERICK DAMIAN CRIOLLO O�A" userId="S::edcriollo1@espe.edu.ec::6dcbe2a5-cfdc-4b63-9481-50760e65cace" providerId="AD" clId="Web-{CC80EB6E-4766-6F86-C6A6-4C3E4372F867}" dt="2024-12-08T21:45:23.458" v="335" actId="1076"/>
          <ac:picMkLst>
            <pc:docMk/>
            <pc:sldMk cId="3310875422" sldId="347"/>
            <ac:picMk id="4" creationId="{CB1D0FE4-EB5C-F8AD-12D9-9EB1EDA2E2B0}"/>
          </ac:picMkLst>
        </pc:picChg>
        <pc:picChg chg="del">
          <ac:chgData name="ERICK DAMIAN CRIOLLO O�A" userId="S::edcriollo1@espe.edu.ec::6dcbe2a5-cfdc-4b63-9481-50760e65cace" providerId="AD" clId="Web-{CC80EB6E-4766-6F86-C6A6-4C3E4372F867}" dt="2024-12-08T21:45:11.786" v="328"/>
          <ac:picMkLst>
            <pc:docMk/>
            <pc:sldMk cId="3310875422" sldId="347"/>
            <ac:picMk id="7" creationId="{A0F5877B-6D20-F06B-A3A5-09106715D210}"/>
          </ac:picMkLst>
        </pc:picChg>
        <pc:picChg chg="del">
          <ac:chgData name="ERICK DAMIAN CRIOLLO O�A" userId="S::edcriollo1@espe.edu.ec::6dcbe2a5-cfdc-4b63-9481-50760e65cace" providerId="AD" clId="Web-{CC80EB6E-4766-6F86-C6A6-4C3E4372F867}" dt="2024-12-08T21:45:12.208" v="329"/>
          <ac:picMkLst>
            <pc:docMk/>
            <pc:sldMk cId="3310875422" sldId="347"/>
            <ac:picMk id="10" creationId="{72B2D25B-A1BF-8665-B93B-6392A7E100A0}"/>
          </ac:picMkLst>
        </pc:picChg>
      </pc:sldChg>
      <pc:sldChg chg="addSp delSp modSp">
        <pc:chgData name="ERICK DAMIAN CRIOLLO O�A" userId="S::edcriollo1@espe.edu.ec::6dcbe2a5-cfdc-4b63-9481-50760e65cace" providerId="AD" clId="Web-{CC80EB6E-4766-6F86-C6A6-4C3E4372F867}" dt="2024-12-08T21:46:58.836" v="396" actId="1076"/>
        <pc:sldMkLst>
          <pc:docMk/>
          <pc:sldMk cId="2048556783" sldId="352"/>
        </pc:sldMkLst>
        <pc:picChg chg="add mod">
          <ac:chgData name="ERICK DAMIAN CRIOLLO O�A" userId="S::edcriollo1@espe.edu.ec::6dcbe2a5-cfdc-4b63-9481-50760e65cace" providerId="AD" clId="Web-{CC80EB6E-4766-6F86-C6A6-4C3E4372F867}" dt="2024-12-08T21:46:58.836" v="396" actId="1076"/>
          <ac:picMkLst>
            <pc:docMk/>
            <pc:sldMk cId="2048556783" sldId="352"/>
            <ac:picMk id="4" creationId="{E1974D07-846B-B865-8971-32945BD46407}"/>
          </ac:picMkLst>
        </pc:picChg>
        <pc:picChg chg="del">
          <ac:chgData name="ERICK DAMIAN CRIOLLO O�A" userId="S::edcriollo1@espe.edu.ec::6dcbe2a5-cfdc-4b63-9481-50760e65cace" providerId="AD" clId="Web-{CC80EB6E-4766-6F86-C6A6-4C3E4372F867}" dt="2024-12-08T21:46:42.976" v="389"/>
          <ac:picMkLst>
            <pc:docMk/>
            <pc:sldMk cId="2048556783" sldId="352"/>
            <ac:picMk id="6" creationId="{D2E7A110-14B3-518E-3AEB-85D14D35E8C9}"/>
          </ac:picMkLst>
        </pc:picChg>
        <pc:picChg chg="del">
          <ac:chgData name="ERICK DAMIAN CRIOLLO O�A" userId="S::edcriollo1@espe.edu.ec::6dcbe2a5-cfdc-4b63-9481-50760e65cace" providerId="AD" clId="Web-{CC80EB6E-4766-6F86-C6A6-4C3E4372F867}" dt="2024-12-08T21:46:54.633" v="394"/>
          <ac:picMkLst>
            <pc:docMk/>
            <pc:sldMk cId="2048556783" sldId="352"/>
            <ac:picMk id="7" creationId="{5799CFED-916B-D491-ED40-480DB093389A}"/>
          </ac:picMkLst>
        </pc:picChg>
      </pc:sldChg>
      <pc:sldChg chg="addSp delSp modSp">
        <pc:chgData name="ERICK DAMIAN CRIOLLO O�A" userId="S::edcriollo1@espe.edu.ec::6dcbe2a5-cfdc-4b63-9481-50760e65cace" providerId="AD" clId="Web-{CC80EB6E-4766-6F86-C6A6-4C3E4372F867}" dt="2024-12-08T21:48:41.808" v="439" actId="1076"/>
        <pc:sldMkLst>
          <pc:docMk/>
          <pc:sldMk cId="1022546901" sldId="353"/>
        </pc:sldMkLst>
        <pc:spChg chg="mod">
          <ac:chgData name="ERICK DAMIAN CRIOLLO O�A" userId="S::edcriollo1@espe.edu.ec::6dcbe2a5-cfdc-4b63-9481-50760e65cace" providerId="AD" clId="Web-{CC80EB6E-4766-6F86-C6A6-4C3E4372F867}" dt="2024-12-08T21:47:58.916" v="427" actId="20577"/>
          <ac:spMkLst>
            <pc:docMk/>
            <pc:sldMk cId="1022546901" sldId="353"/>
            <ac:spMk id="3" creationId="{93B8F572-C439-414C-90FA-BE3C081E9B98}"/>
          </ac:spMkLst>
        </pc:spChg>
        <pc:picChg chg="add mod modCrop">
          <ac:chgData name="ERICK DAMIAN CRIOLLO O�A" userId="S::edcriollo1@espe.edu.ec::6dcbe2a5-cfdc-4b63-9481-50760e65cace" providerId="AD" clId="Web-{CC80EB6E-4766-6F86-C6A6-4C3E4372F867}" dt="2024-12-08T21:48:41.808" v="439" actId="1076"/>
          <ac:picMkLst>
            <pc:docMk/>
            <pc:sldMk cId="1022546901" sldId="353"/>
            <ac:picMk id="4" creationId="{79B20057-1111-5A12-2A65-D0C639342A21}"/>
          </ac:picMkLst>
        </pc:picChg>
        <pc:picChg chg="del">
          <ac:chgData name="ERICK DAMIAN CRIOLLO O�A" userId="S::edcriollo1@espe.edu.ec::6dcbe2a5-cfdc-4b63-9481-50760e65cace" providerId="AD" clId="Web-{CC80EB6E-4766-6F86-C6A6-4C3E4372F867}" dt="2024-12-08T21:47:32.072" v="397"/>
          <ac:picMkLst>
            <pc:docMk/>
            <pc:sldMk cId="1022546901" sldId="353"/>
            <ac:picMk id="6" creationId="{AE9D8A04-3BFA-87A4-70EA-155D2C78EFA2}"/>
          </ac:picMkLst>
        </pc:picChg>
        <pc:picChg chg="del">
          <ac:chgData name="ERICK DAMIAN CRIOLLO O�A" userId="S::edcriollo1@espe.edu.ec::6dcbe2a5-cfdc-4b63-9481-50760e65cace" providerId="AD" clId="Web-{CC80EB6E-4766-6F86-C6A6-4C3E4372F867}" dt="2024-12-08T21:47:32.431" v="398"/>
          <ac:picMkLst>
            <pc:docMk/>
            <pc:sldMk cId="1022546901" sldId="353"/>
            <ac:picMk id="7" creationId="{6AAA6066-7FF7-909E-3F2C-BFC929D6E3A5}"/>
          </ac:picMkLst>
        </pc:picChg>
        <pc:picChg chg="add mod modCrop">
          <ac:chgData name="ERICK DAMIAN CRIOLLO O�A" userId="S::edcriollo1@espe.edu.ec::6dcbe2a5-cfdc-4b63-9481-50760e65cace" providerId="AD" clId="Web-{CC80EB6E-4766-6F86-C6A6-4C3E4372F867}" dt="2024-12-08T21:48:33.074" v="436"/>
          <ac:picMkLst>
            <pc:docMk/>
            <pc:sldMk cId="1022546901" sldId="353"/>
            <ac:picMk id="8" creationId="{F892C77E-13C2-214C-0093-846DA891B89C}"/>
          </ac:picMkLst>
        </pc:picChg>
      </pc:sldChg>
      <pc:sldChg chg="delSp modSp del">
        <pc:chgData name="ERICK DAMIAN CRIOLLO O�A" userId="S::edcriollo1@espe.edu.ec::6dcbe2a5-cfdc-4b63-9481-50760e65cace" providerId="AD" clId="Web-{CC80EB6E-4766-6F86-C6A6-4C3E4372F867}" dt="2024-12-08T21:49:04.966" v="444"/>
        <pc:sldMkLst>
          <pc:docMk/>
          <pc:sldMk cId="1460837190" sldId="354"/>
        </pc:sldMkLst>
        <pc:picChg chg="del mod">
          <ac:chgData name="ERICK DAMIAN CRIOLLO O�A" userId="S::edcriollo1@espe.edu.ec::6dcbe2a5-cfdc-4b63-9481-50760e65cace" providerId="AD" clId="Web-{CC80EB6E-4766-6F86-C6A6-4C3E4372F867}" dt="2024-12-08T21:48:59.465" v="442"/>
          <ac:picMkLst>
            <pc:docMk/>
            <pc:sldMk cId="1460837190" sldId="354"/>
            <ac:picMk id="8" creationId="{497D8138-9E22-356E-F48C-2A0AB16304BA}"/>
          </ac:picMkLst>
        </pc:picChg>
        <pc:picChg chg="del mod">
          <ac:chgData name="ERICK DAMIAN CRIOLLO O�A" userId="S::edcriollo1@espe.edu.ec::6dcbe2a5-cfdc-4b63-9481-50760e65cace" providerId="AD" clId="Web-{CC80EB6E-4766-6F86-C6A6-4C3E4372F867}" dt="2024-12-08T21:49:00.903" v="443"/>
          <ac:picMkLst>
            <pc:docMk/>
            <pc:sldMk cId="1460837190" sldId="354"/>
            <ac:picMk id="9" creationId="{70DD3D62-D1FA-1A2C-B1F5-3B6E423E84A2}"/>
          </ac:picMkLst>
        </pc:picChg>
      </pc:sldChg>
      <pc:sldChg chg="addSp delSp modSp">
        <pc:chgData name="ERICK DAMIAN CRIOLLO O�A" userId="S::edcriollo1@espe.edu.ec::6dcbe2a5-cfdc-4b63-9481-50760e65cace" providerId="AD" clId="Web-{CC80EB6E-4766-6F86-C6A6-4C3E4372F867}" dt="2024-12-08T21:49:25.591" v="465" actId="14100"/>
        <pc:sldMkLst>
          <pc:docMk/>
          <pc:sldMk cId="96770226" sldId="358"/>
        </pc:sldMkLst>
        <pc:spChg chg="mod">
          <ac:chgData name="ERICK DAMIAN CRIOLLO O�A" userId="S::edcriollo1@espe.edu.ec::6dcbe2a5-cfdc-4b63-9481-50760e65cace" providerId="AD" clId="Web-{CC80EB6E-4766-6F86-C6A6-4C3E4372F867}" dt="2024-12-08T21:49:18.982" v="461" actId="20577"/>
          <ac:spMkLst>
            <pc:docMk/>
            <pc:sldMk cId="96770226" sldId="358"/>
            <ac:spMk id="3" creationId="{93B8F572-C439-414C-90FA-BE3C081E9B98}"/>
          </ac:spMkLst>
        </pc:spChg>
        <pc:picChg chg="add mod">
          <ac:chgData name="ERICK DAMIAN CRIOLLO O�A" userId="S::edcriollo1@espe.edu.ec::6dcbe2a5-cfdc-4b63-9481-50760e65cace" providerId="AD" clId="Web-{CC80EB6E-4766-6F86-C6A6-4C3E4372F867}" dt="2024-12-08T21:49:25.591" v="465" actId="14100"/>
          <ac:picMkLst>
            <pc:docMk/>
            <pc:sldMk cId="96770226" sldId="358"/>
            <ac:picMk id="4" creationId="{C811FE6C-B15E-71A2-AB87-832C570751A0}"/>
          </ac:picMkLst>
        </pc:picChg>
        <pc:picChg chg="del">
          <ac:chgData name="ERICK DAMIAN CRIOLLO O�A" userId="S::edcriollo1@espe.edu.ec::6dcbe2a5-cfdc-4b63-9481-50760e65cace" providerId="AD" clId="Web-{CC80EB6E-4766-6F86-C6A6-4C3E4372F867}" dt="2024-12-08T21:49:21.872" v="462"/>
          <ac:picMkLst>
            <pc:docMk/>
            <pc:sldMk cId="96770226" sldId="358"/>
            <ac:picMk id="6" creationId="{4AD823BB-6ABD-13D9-55A6-6AE4C64EA1BF}"/>
          </ac:picMkLst>
        </pc:picChg>
      </pc:sldChg>
      <pc:sldChg chg="addSp delSp modSp">
        <pc:chgData name="ERICK DAMIAN CRIOLLO O�A" userId="S::edcriollo1@espe.edu.ec::6dcbe2a5-cfdc-4b63-9481-50760e65cace" providerId="AD" clId="Web-{CC80EB6E-4766-6F86-C6A6-4C3E4372F867}" dt="2024-12-08T21:52:23.332" v="543" actId="1076"/>
        <pc:sldMkLst>
          <pc:docMk/>
          <pc:sldMk cId="141034882" sldId="360"/>
        </pc:sldMkLst>
        <pc:spChg chg="mod">
          <ac:chgData name="ERICK DAMIAN CRIOLLO O�A" userId="S::edcriollo1@espe.edu.ec::6dcbe2a5-cfdc-4b63-9481-50760e65cace" providerId="AD" clId="Web-{CC80EB6E-4766-6F86-C6A6-4C3E4372F867}" dt="2024-12-08T21:52:12.519" v="538" actId="20577"/>
          <ac:spMkLst>
            <pc:docMk/>
            <pc:sldMk cId="141034882" sldId="360"/>
            <ac:spMk id="3" creationId="{93B8F572-C439-414C-90FA-BE3C081E9B98}"/>
          </ac:spMkLst>
        </pc:spChg>
        <pc:picChg chg="add mod">
          <ac:chgData name="ERICK DAMIAN CRIOLLO O�A" userId="S::edcriollo1@espe.edu.ec::6dcbe2a5-cfdc-4b63-9481-50760e65cace" providerId="AD" clId="Web-{CC80EB6E-4766-6F86-C6A6-4C3E4372F867}" dt="2024-12-08T21:52:23.332" v="543" actId="1076"/>
          <ac:picMkLst>
            <pc:docMk/>
            <pc:sldMk cId="141034882" sldId="360"/>
            <ac:picMk id="4" creationId="{0608E6CB-673F-6A9D-93E9-1BF4EC81D22A}"/>
          </ac:picMkLst>
        </pc:picChg>
        <pc:picChg chg="del">
          <ac:chgData name="ERICK DAMIAN CRIOLLO O�A" userId="S::edcriollo1@espe.edu.ec::6dcbe2a5-cfdc-4b63-9481-50760e65cace" providerId="AD" clId="Web-{CC80EB6E-4766-6F86-C6A6-4C3E4372F867}" dt="2024-12-08T21:52:16.144" v="539"/>
          <ac:picMkLst>
            <pc:docMk/>
            <pc:sldMk cId="141034882" sldId="360"/>
            <ac:picMk id="6" creationId="{D166A81D-9268-8960-A3D2-5E430FCE1517}"/>
          </ac:picMkLst>
        </pc:picChg>
      </pc:sldChg>
      <pc:sldChg chg="addSp delSp modSp">
        <pc:chgData name="ERICK DAMIAN CRIOLLO O�A" userId="S::edcriollo1@espe.edu.ec::6dcbe2a5-cfdc-4b63-9481-50760e65cace" providerId="AD" clId="Web-{CC80EB6E-4766-6F86-C6A6-4C3E4372F867}" dt="2024-12-08T21:53:50.194" v="609" actId="20577"/>
        <pc:sldMkLst>
          <pc:docMk/>
          <pc:sldMk cId="2563100257" sldId="362"/>
        </pc:sldMkLst>
        <pc:spChg chg="mod">
          <ac:chgData name="ERICK DAMIAN CRIOLLO O�A" userId="S::edcriollo1@espe.edu.ec::6dcbe2a5-cfdc-4b63-9481-50760e65cace" providerId="AD" clId="Web-{CC80EB6E-4766-6F86-C6A6-4C3E4372F867}" dt="2024-12-08T21:53:50.194" v="609" actId="20577"/>
          <ac:spMkLst>
            <pc:docMk/>
            <pc:sldMk cId="2563100257" sldId="362"/>
            <ac:spMk id="3" creationId="{93B8F572-C439-414C-90FA-BE3C081E9B98}"/>
          </ac:spMkLst>
        </pc:spChg>
        <pc:picChg chg="add mod">
          <ac:chgData name="ERICK DAMIAN CRIOLLO O�A" userId="S::edcriollo1@espe.edu.ec::6dcbe2a5-cfdc-4b63-9481-50760e65cace" providerId="AD" clId="Web-{CC80EB6E-4766-6F86-C6A6-4C3E4372F867}" dt="2024-12-08T21:53:32.084" v="605" actId="1076"/>
          <ac:picMkLst>
            <pc:docMk/>
            <pc:sldMk cId="2563100257" sldId="362"/>
            <ac:picMk id="4" creationId="{DDE8B9AB-69E0-14C0-3487-172EDD55F5ED}"/>
          </ac:picMkLst>
        </pc:picChg>
        <pc:picChg chg="del">
          <ac:chgData name="ERICK DAMIAN CRIOLLO O�A" userId="S::edcriollo1@espe.edu.ec::6dcbe2a5-cfdc-4b63-9481-50760e65cace" providerId="AD" clId="Web-{CC80EB6E-4766-6F86-C6A6-4C3E4372F867}" dt="2024-12-08T21:53:20.162" v="600"/>
          <ac:picMkLst>
            <pc:docMk/>
            <pc:sldMk cId="2563100257" sldId="362"/>
            <ac:picMk id="8" creationId="{BE194B42-1D42-5BD1-9489-830CA0DDE96C}"/>
          </ac:picMkLst>
        </pc:picChg>
      </pc:sldChg>
      <pc:sldChg chg="addSp delSp modSp">
        <pc:chgData name="ERICK DAMIAN CRIOLLO O�A" userId="S::edcriollo1@espe.edu.ec::6dcbe2a5-cfdc-4b63-9481-50760e65cace" providerId="AD" clId="Web-{CC80EB6E-4766-6F86-C6A6-4C3E4372F867}" dt="2024-12-08T21:56:38.840" v="708" actId="1076"/>
        <pc:sldMkLst>
          <pc:docMk/>
          <pc:sldMk cId="4057489758" sldId="363"/>
        </pc:sldMkLst>
        <pc:spChg chg="mod">
          <ac:chgData name="ERICK DAMIAN CRIOLLO O�A" userId="S::edcriollo1@espe.edu.ec::6dcbe2a5-cfdc-4b63-9481-50760e65cace" providerId="AD" clId="Web-{CC80EB6E-4766-6F86-C6A6-4C3E4372F867}" dt="2024-12-08T21:56:35.809" v="705" actId="20577"/>
          <ac:spMkLst>
            <pc:docMk/>
            <pc:sldMk cId="4057489758" sldId="363"/>
            <ac:spMk id="3" creationId="{93B8F572-C439-414C-90FA-BE3C081E9B98}"/>
          </ac:spMkLst>
        </pc:spChg>
        <pc:picChg chg="add mod">
          <ac:chgData name="ERICK DAMIAN CRIOLLO O�A" userId="S::edcriollo1@espe.edu.ec::6dcbe2a5-cfdc-4b63-9481-50760e65cace" providerId="AD" clId="Web-{CC80EB6E-4766-6F86-C6A6-4C3E4372F867}" dt="2024-12-08T21:56:38.840" v="708" actId="1076"/>
          <ac:picMkLst>
            <pc:docMk/>
            <pc:sldMk cId="4057489758" sldId="363"/>
            <ac:picMk id="4" creationId="{C5E3188C-25A5-5DB0-8FE6-5AA18B4E796E}"/>
          </ac:picMkLst>
        </pc:picChg>
        <pc:picChg chg="del">
          <ac:chgData name="ERICK DAMIAN CRIOLLO O�A" userId="S::edcriollo1@espe.edu.ec::6dcbe2a5-cfdc-4b63-9481-50760e65cace" providerId="AD" clId="Web-{CC80EB6E-4766-6F86-C6A6-4C3E4372F867}" dt="2024-12-08T21:56:36.590" v="706"/>
          <ac:picMkLst>
            <pc:docMk/>
            <pc:sldMk cId="4057489758" sldId="363"/>
            <ac:picMk id="6" creationId="{BF232F94-7352-F734-E713-539D7E6BA9B8}"/>
          </ac:picMkLst>
        </pc:picChg>
      </pc:sldChg>
      <pc:sldChg chg="addSp delSp modSp">
        <pc:chgData name="ERICK DAMIAN CRIOLLO O�A" userId="S::edcriollo1@espe.edu.ec::6dcbe2a5-cfdc-4b63-9481-50760e65cace" providerId="AD" clId="Web-{CC80EB6E-4766-6F86-C6A6-4C3E4372F867}" dt="2024-12-08T21:57:37.905" v="715"/>
        <pc:sldMkLst>
          <pc:docMk/>
          <pc:sldMk cId="1493150460" sldId="365"/>
        </pc:sldMkLst>
        <pc:spChg chg="mod">
          <ac:chgData name="ERICK DAMIAN CRIOLLO O�A" userId="S::edcriollo1@espe.edu.ec::6dcbe2a5-cfdc-4b63-9481-50760e65cace" providerId="AD" clId="Web-{CC80EB6E-4766-6F86-C6A6-4C3E4372F867}" dt="2024-12-08T21:57:17.764" v="711" actId="20577"/>
          <ac:spMkLst>
            <pc:docMk/>
            <pc:sldMk cId="1493150460" sldId="365"/>
            <ac:spMk id="3" creationId="{93B8F572-C439-414C-90FA-BE3C081E9B98}"/>
          </ac:spMkLst>
        </pc:spChg>
        <pc:picChg chg="add del">
          <ac:chgData name="ERICK DAMIAN CRIOLLO O�A" userId="S::edcriollo1@espe.edu.ec::6dcbe2a5-cfdc-4b63-9481-50760e65cace" providerId="AD" clId="Web-{CC80EB6E-4766-6F86-C6A6-4C3E4372F867}" dt="2024-12-08T21:57:37.905" v="715"/>
          <ac:picMkLst>
            <pc:docMk/>
            <pc:sldMk cId="1493150460" sldId="365"/>
            <ac:picMk id="4" creationId="{36CE2F60-2930-DC9D-2C80-99DC16394CDC}"/>
          </ac:picMkLst>
        </pc:picChg>
        <pc:picChg chg="mod">
          <ac:chgData name="ERICK DAMIAN CRIOLLO O�A" userId="S::edcriollo1@espe.edu.ec::6dcbe2a5-cfdc-4b63-9481-50760e65cace" providerId="AD" clId="Web-{CC80EB6E-4766-6F86-C6A6-4C3E4372F867}" dt="2024-12-08T21:57:35.077" v="714" actId="1076"/>
          <ac:picMkLst>
            <pc:docMk/>
            <pc:sldMk cId="1493150460" sldId="365"/>
            <ac:picMk id="7" creationId="{2D512829-27C3-38FD-F40E-3D51596E188B}"/>
          </ac:picMkLst>
        </pc:picChg>
      </pc:sldChg>
      <pc:sldChg chg="addSp delSp modSp">
        <pc:chgData name="ERICK DAMIAN CRIOLLO O�A" userId="S::edcriollo1@espe.edu.ec::6dcbe2a5-cfdc-4b63-9481-50760e65cace" providerId="AD" clId="Web-{CC80EB6E-4766-6F86-C6A6-4C3E4372F867}" dt="2024-12-08T22:00:41.442" v="786" actId="1076"/>
        <pc:sldMkLst>
          <pc:docMk/>
          <pc:sldMk cId="921519402" sldId="366"/>
        </pc:sldMkLst>
        <pc:spChg chg="mod">
          <ac:chgData name="ERICK DAMIAN CRIOLLO O�A" userId="S::edcriollo1@espe.edu.ec::6dcbe2a5-cfdc-4b63-9481-50760e65cace" providerId="AD" clId="Web-{CC80EB6E-4766-6F86-C6A6-4C3E4372F867}" dt="2024-12-08T21:58:57.048" v="766" actId="20577"/>
          <ac:spMkLst>
            <pc:docMk/>
            <pc:sldMk cId="921519402" sldId="366"/>
            <ac:spMk id="3" creationId="{93B8F572-C439-414C-90FA-BE3C081E9B98}"/>
          </ac:spMkLst>
        </pc:spChg>
        <pc:picChg chg="add del mod modCrop">
          <ac:chgData name="ERICK DAMIAN CRIOLLO O�A" userId="S::edcriollo1@espe.edu.ec::6dcbe2a5-cfdc-4b63-9481-50760e65cace" providerId="AD" clId="Web-{CC80EB6E-4766-6F86-C6A6-4C3E4372F867}" dt="2024-12-08T21:59:37.690" v="779"/>
          <ac:picMkLst>
            <pc:docMk/>
            <pc:sldMk cId="921519402" sldId="366"/>
            <ac:picMk id="4" creationId="{C1A21CD6-5A73-B7B5-FF06-4F519940BA27}"/>
          </ac:picMkLst>
        </pc:picChg>
        <pc:picChg chg="del">
          <ac:chgData name="ERICK DAMIAN CRIOLLO O�A" userId="S::edcriollo1@espe.edu.ec::6dcbe2a5-cfdc-4b63-9481-50760e65cace" providerId="AD" clId="Web-{CC80EB6E-4766-6F86-C6A6-4C3E4372F867}" dt="2024-12-08T21:59:18.502" v="773"/>
          <ac:picMkLst>
            <pc:docMk/>
            <pc:sldMk cId="921519402" sldId="366"/>
            <ac:picMk id="6" creationId="{3A5E7599-42B0-0F10-393F-2F4A93F25587}"/>
          </ac:picMkLst>
        </pc:picChg>
        <pc:picChg chg="del">
          <ac:chgData name="ERICK DAMIAN CRIOLLO O�A" userId="S::edcriollo1@espe.edu.ec::6dcbe2a5-cfdc-4b63-9481-50760e65cace" providerId="AD" clId="Web-{CC80EB6E-4766-6F86-C6A6-4C3E4372F867}" dt="2024-12-08T21:58:57.814" v="767"/>
          <ac:picMkLst>
            <pc:docMk/>
            <pc:sldMk cId="921519402" sldId="366"/>
            <ac:picMk id="7" creationId="{D7837778-A24A-9417-B220-05B938ABB388}"/>
          </ac:picMkLst>
        </pc:picChg>
        <pc:picChg chg="add del mod modCrop">
          <ac:chgData name="ERICK DAMIAN CRIOLLO O�A" userId="S::edcriollo1@espe.edu.ec::6dcbe2a5-cfdc-4b63-9481-50760e65cace" providerId="AD" clId="Web-{CC80EB6E-4766-6F86-C6A6-4C3E4372F867}" dt="2024-12-08T22:00:31.161" v="781"/>
          <ac:picMkLst>
            <pc:docMk/>
            <pc:sldMk cId="921519402" sldId="366"/>
            <ac:picMk id="8" creationId="{C3B8D69A-C4AC-7B6E-4D8A-C87366CA53EA}"/>
          </ac:picMkLst>
        </pc:picChg>
        <pc:picChg chg="add mod modCrop">
          <ac:chgData name="ERICK DAMIAN CRIOLLO O�A" userId="S::edcriollo1@espe.edu.ec::6dcbe2a5-cfdc-4b63-9481-50760e65cace" providerId="AD" clId="Web-{CC80EB6E-4766-6F86-C6A6-4C3E4372F867}" dt="2024-12-08T22:00:41.442" v="786" actId="1076"/>
          <ac:picMkLst>
            <pc:docMk/>
            <pc:sldMk cId="921519402" sldId="366"/>
            <ac:picMk id="9" creationId="{D88DF1A2-79A3-D511-7397-E0BF81120488}"/>
          </ac:picMkLst>
        </pc:picChg>
      </pc:sldChg>
      <pc:sldChg chg="addSp delSp modSp">
        <pc:chgData name="ERICK DAMIAN CRIOLLO O�A" userId="S::edcriollo1@espe.edu.ec::6dcbe2a5-cfdc-4b63-9481-50760e65cace" providerId="AD" clId="Web-{CC80EB6E-4766-6F86-C6A6-4C3E4372F867}" dt="2024-12-08T22:04:03.106" v="882" actId="1076"/>
        <pc:sldMkLst>
          <pc:docMk/>
          <pc:sldMk cId="795099191" sldId="367"/>
        </pc:sldMkLst>
        <pc:spChg chg="mod">
          <ac:chgData name="ERICK DAMIAN CRIOLLO O�A" userId="S::edcriollo1@espe.edu.ec::6dcbe2a5-cfdc-4b63-9481-50760e65cace" providerId="AD" clId="Web-{CC80EB6E-4766-6F86-C6A6-4C3E4372F867}" dt="2024-12-08T22:04:01.731" v="881" actId="1076"/>
          <ac:spMkLst>
            <pc:docMk/>
            <pc:sldMk cId="795099191" sldId="367"/>
            <ac:spMk id="3" creationId="{93B8F572-C439-414C-90FA-BE3C081E9B98}"/>
          </ac:spMkLst>
        </pc:spChg>
        <pc:picChg chg="add mod">
          <ac:chgData name="ERICK DAMIAN CRIOLLO O�A" userId="S::edcriollo1@espe.edu.ec::6dcbe2a5-cfdc-4b63-9481-50760e65cace" providerId="AD" clId="Web-{CC80EB6E-4766-6F86-C6A6-4C3E4372F867}" dt="2024-12-08T22:04:03.106" v="882" actId="1076"/>
          <ac:picMkLst>
            <pc:docMk/>
            <pc:sldMk cId="795099191" sldId="367"/>
            <ac:picMk id="4" creationId="{049E41A4-ACD7-A5F7-6669-EA4ACFA83426}"/>
          </ac:picMkLst>
        </pc:picChg>
        <pc:picChg chg="del">
          <ac:chgData name="ERICK DAMIAN CRIOLLO O�A" userId="S::edcriollo1@espe.edu.ec::6dcbe2a5-cfdc-4b63-9481-50760e65cace" providerId="AD" clId="Web-{CC80EB6E-4766-6F86-C6A6-4C3E4372F867}" dt="2024-12-08T22:03:19.776" v="874"/>
          <ac:picMkLst>
            <pc:docMk/>
            <pc:sldMk cId="795099191" sldId="367"/>
            <ac:picMk id="6" creationId="{92B9F5E4-014F-757A-298A-5DB6EC1E2B19}"/>
          </ac:picMkLst>
        </pc:picChg>
      </pc:sldChg>
      <pc:sldChg chg="addSp delSp modSp">
        <pc:chgData name="ERICK DAMIAN CRIOLLO O�A" userId="S::edcriollo1@espe.edu.ec::6dcbe2a5-cfdc-4b63-9481-50760e65cace" providerId="AD" clId="Web-{CC80EB6E-4766-6F86-C6A6-4C3E4372F867}" dt="2024-12-08T22:04:20.762" v="889" actId="1076"/>
        <pc:sldMkLst>
          <pc:docMk/>
          <pc:sldMk cId="3037220131" sldId="368"/>
        </pc:sldMkLst>
        <pc:spChg chg="mod">
          <ac:chgData name="ERICK DAMIAN CRIOLLO O�A" userId="S::edcriollo1@espe.edu.ec::6dcbe2a5-cfdc-4b63-9481-50760e65cace" providerId="AD" clId="Web-{CC80EB6E-4766-6F86-C6A6-4C3E4372F867}" dt="2024-12-08T22:04:15.059" v="886" actId="20577"/>
          <ac:spMkLst>
            <pc:docMk/>
            <pc:sldMk cId="3037220131" sldId="368"/>
            <ac:spMk id="3" creationId="{93B8F572-C439-414C-90FA-BE3C081E9B98}"/>
          </ac:spMkLst>
        </pc:spChg>
        <pc:picChg chg="del">
          <ac:chgData name="ERICK DAMIAN CRIOLLO O�A" userId="S::edcriollo1@espe.edu.ec::6dcbe2a5-cfdc-4b63-9481-50760e65cace" providerId="AD" clId="Web-{CC80EB6E-4766-6F86-C6A6-4C3E4372F867}" dt="2024-12-08T22:04:16.778" v="887"/>
          <ac:picMkLst>
            <pc:docMk/>
            <pc:sldMk cId="3037220131" sldId="368"/>
            <ac:picMk id="4" creationId="{60FA9389-69F5-A6B8-D263-563B4283A5CC}"/>
          </ac:picMkLst>
        </pc:picChg>
        <pc:picChg chg="add mod">
          <ac:chgData name="ERICK DAMIAN CRIOLLO O�A" userId="S::edcriollo1@espe.edu.ec::6dcbe2a5-cfdc-4b63-9481-50760e65cace" providerId="AD" clId="Web-{CC80EB6E-4766-6F86-C6A6-4C3E4372F867}" dt="2024-12-08T22:04:20.762" v="889" actId="1076"/>
          <ac:picMkLst>
            <pc:docMk/>
            <pc:sldMk cId="3037220131" sldId="368"/>
            <ac:picMk id="6" creationId="{04D5FD96-DDE8-F686-9396-0D7FADBC9930}"/>
          </ac:picMkLst>
        </pc:picChg>
      </pc:sldChg>
      <pc:sldChg chg="addSp delSp modSp">
        <pc:chgData name="ERICK DAMIAN CRIOLLO O�A" userId="S::edcriollo1@espe.edu.ec::6dcbe2a5-cfdc-4b63-9481-50760e65cace" providerId="AD" clId="Web-{CC80EB6E-4766-6F86-C6A6-4C3E4372F867}" dt="2024-12-08T22:04:43.669" v="896" actId="1076"/>
        <pc:sldMkLst>
          <pc:docMk/>
          <pc:sldMk cId="2132145110" sldId="369"/>
        </pc:sldMkLst>
        <pc:spChg chg="mod">
          <ac:chgData name="ERICK DAMIAN CRIOLLO O�A" userId="S::edcriollo1@espe.edu.ec::6dcbe2a5-cfdc-4b63-9481-50760e65cace" providerId="AD" clId="Web-{CC80EB6E-4766-6F86-C6A6-4C3E4372F867}" dt="2024-12-08T22:04:39.435" v="895" actId="20577"/>
          <ac:spMkLst>
            <pc:docMk/>
            <pc:sldMk cId="2132145110" sldId="369"/>
            <ac:spMk id="3" creationId="{93B8F572-C439-414C-90FA-BE3C081E9B98}"/>
          </ac:spMkLst>
        </pc:spChg>
        <pc:picChg chg="add mod">
          <ac:chgData name="ERICK DAMIAN CRIOLLO O�A" userId="S::edcriollo1@espe.edu.ec::6dcbe2a5-cfdc-4b63-9481-50760e65cace" providerId="AD" clId="Web-{CC80EB6E-4766-6F86-C6A6-4C3E4372F867}" dt="2024-12-08T22:04:43.669" v="896" actId="1076"/>
          <ac:picMkLst>
            <pc:docMk/>
            <pc:sldMk cId="2132145110" sldId="369"/>
            <ac:picMk id="4" creationId="{AC437516-61D5-5587-8738-095AD02B8A82}"/>
          </ac:picMkLst>
        </pc:picChg>
        <pc:picChg chg="del">
          <ac:chgData name="ERICK DAMIAN CRIOLLO O�A" userId="S::edcriollo1@espe.edu.ec::6dcbe2a5-cfdc-4b63-9481-50760e65cace" providerId="AD" clId="Web-{CC80EB6E-4766-6F86-C6A6-4C3E4372F867}" dt="2024-12-08T22:04:27.747" v="890"/>
          <ac:picMkLst>
            <pc:docMk/>
            <pc:sldMk cId="2132145110" sldId="369"/>
            <ac:picMk id="6" creationId="{5B294F0E-31C8-983C-212D-C8ACA4EF3372}"/>
          </ac:picMkLst>
        </pc:picChg>
      </pc:sldChg>
      <pc:sldChg chg="addSp delSp modSp">
        <pc:chgData name="ERICK DAMIAN CRIOLLO O�A" userId="S::edcriollo1@espe.edu.ec::6dcbe2a5-cfdc-4b63-9481-50760e65cace" providerId="AD" clId="Web-{CC80EB6E-4766-6F86-C6A6-4C3E4372F867}" dt="2024-12-08T22:05:46.109" v="911" actId="1076"/>
        <pc:sldMkLst>
          <pc:docMk/>
          <pc:sldMk cId="2320291172" sldId="371"/>
        </pc:sldMkLst>
        <pc:picChg chg="add mod">
          <ac:chgData name="ERICK DAMIAN CRIOLLO O�A" userId="S::edcriollo1@espe.edu.ec::6dcbe2a5-cfdc-4b63-9481-50760e65cace" providerId="AD" clId="Web-{CC80EB6E-4766-6F86-C6A6-4C3E4372F867}" dt="2024-12-08T22:05:46.109" v="911" actId="1076"/>
          <ac:picMkLst>
            <pc:docMk/>
            <pc:sldMk cId="2320291172" sldId="371"/>
            <ac:picMk id="4" creationId="{AA09C2C8-5E3F-1895-2ECE-DC70573CE94D}"/>
          </ac:picMkLst>
        </pc:picChg>
        <pc:picChg chg="del">
          <ac:chgData name="ERICK DAMIAN CRIOLLO O�A" userId="S::edcriollo1@espe.edu.ec::6dcbe2a5-cfdc-4b63-9481-50760e65cace" providerId="AD" clId="Web-{CC80EB6E-4766-6F86-C6A6-4C3E4372F867}" dt="2024-12-08T22:05:41.984" v="907"/>
          <ac:picMkLst>
            <pc:docMk/>
            <pc:sldMk cId="2320291172" sldId="371"/>
            <ac:picMk id="6" creationId="{7041D818-6BBF-6A53-1139-11478085309F}"/>
          </ac:picMkLst>
        </pc:picChg>
      </pc:sldChg>
      <pc:sldChg chg="addSp delSp modSp">
        <pc:chgData name="ERICK DAMIAN CRIOLLO O�A" userId="S::edcriollo1@espe.edu.ec::6dcbe2a5-cfdc-4b63-9481-50760e65cace" providerId="AD" clId="Web-{CC80EB6E-4766-6F86-C6A6-4C3E4372F867}" dt="2024-12-08T22:06:25.173" v="949" actId="1076"/>
        <pc:sldMkLst>
          <pc:docMk/>
          <pc:sldMk cId="73835740" sldId="373"/>
        </pc:sldMkLst>
        <pc:spChg chg="mod">
          <ac:chgData name="ERICK DAMIAN CRIOLLO O�A" userId="S::edcriollo1@espe.edu.ec::6dcbe2a5-cfdc-4b63-9481-50760e65cace" providerId="AD" clId="Web-{CC80EB6E-4766-6F86-C6A6-4C3E4372F867}" dt="2024-12-08T22:06:17.891" v="945" actId="20577"/>
          <ac:spMkLst>
            <pc:docMk/>
            <pc:sldMk cId="73835740" sldId="373"/>
            <ac:spMk id="3" creationId="{93B8F572-C439-414C-90FA-BE3C081E9B98}"/>
          </ac:spMkLst>
        </pc:spChg>
        <pc:picChg chg="add mod">
          <ac:chgData name="ERICK DAMIAN CRIOLLO O�A" userId="S::edcriollo1@espe.edu.ec::6dcbe2a5-cfdc-4b63-9481-50760e65cace" providerId="AD" clId="Web-{CC80EB6E-4766-6F86-C6A6-4C3E4372F867}" dt="2024-12-08T22:06:25.173" v="949" actId="1076"/>
          <ac:picMkLst>
            <pc:docMk/>
            <pc:sldMk cId="73835740" sldId="373"/>
            <ac:picMk id="4" creationId="{7292240A-25F0-BB80-D078-CF6971756799}"/>
          </ac:picMkLst>
        </pc:picChg>
        <pc:picChg chg="del">
          <ac:chgData name="ERICK DAMIAN CRIOLLO O�A" userId="S::edcriollo1@espe.edu.ec::6dcbe2a5-cfdc-4b63-9481-50760e65cace" providerId="AD" clId="Web-{CC80EB6E-4766-6F86-C6A6-4C3E4372F867}" dt="2024-12-08T22:06:19.266" v="946"/>
          <ac:picMkLst>
            <pc:docMk/>
            <pc:sldMk cId="73835740" sldId="373"/>
            <ac:picMk id="7" creationId="{9094C0C4-F4D8-FA33-3567-2E0A400396AD}"/>
          </ac:picMkLst>
        </pc:picChg>
        <pc:picChg chg="del">
          <ac:chgData name="ERICK DAMIAN CRIOLLO O�A" userId="S::edcriollo1@espe.edu.ec::6dcbe2a5-cfdc-4b63-9481-50760e65cace" providerId="AD" clId="Web-{CC80EB6E-4766-6F86-C6A6-4C3E4372F867}" dt="2024-12-08T22:06:19.641" v="947"/>
          <ac:picMkLst>
            <pc:docMk/>
            <pc:sldMk cId="73835740" sldId="373"/>
            <ac:picMk id="8" creationId="{B003AD03-4EF1-70D8-0AD3-5E0C28DE8565}"/>
          </ac:picMkLst>
        </pc:picChg>
      </pc:sldChg>
      <pc:sldChg chg="addSp delSp modSp">
        <pc:chgData name="ERICK DAMIAN CRIOLLO O�A" userId="S::edcriollo1@espe.edu.ec::6dcbe2a5-cfdc-4b63-9481-50760e65cace" providerId="AD" clId="Web-{CC80EB6E-4766-6F86-C6A6-4C3E4372F867}" dt="2024-12-08T22:07:04.580" v="988" actId="1076"/>
        <pc:sldMkLst>
          <pc:docMk/>
          <pc:sldMk cId="504871624" sldId="377"/>
        </pc:sldMkLst>
        <pc:spChg chg="mod">
          <ac:chgData name="ERICK DAMIAN CRIOLLO O�A" userId="S::edcriollo1@espe.edu.ec::6dcbe2a5-cfdc-4b63-9481-50760e65cace" providerId="AD" clId="Web-{CC80EB6E-4766-6F86-C6A6-4C3E4372F867}" dt="2024-12-08T22:06:58.205" v="982" actId="20577"/>
          <ac:spMkLst>
            <pc:docMk/>
            <pc:sldMk cId="504871624" sldId="377"/>
            <ac:spMk id="6" creationId="{559BE94F-2D0C-0AD9-F01E-B29BFE134216}"/>
          </ac:spMkLst>
        </pc:spChg>
        <pc:picChg chg="add mod">
          <ac:chgData name="ERICK DAMIAN CRIOLLO O�A" userId="S::edcriollo1@espe.edu.ec::6dcbe2a5-cfdc-4b63-9481-50760e65cace" providerId="AD" clId="Web-{CC80EB6E-4766-6F86-C6A6-4C3E4372F867}" dt="2024-12-08T22:07:04.580" v="988" actId="1076"/>
          <ac:picMkLst>
            <pc:docMk/>
            <pc:sldMk cId="504871624" sldId="377"/>
            <ac:picMk id="3" creationId="{90DAC726-F50B-062E-DCA1-D983E90A0817}"/>
          </ac:picMkLst>
        </pc:picChg>
        <pc:picChg chg="del">
          <ac:chgData name="ERICK DAMIAN CRIOLLO O�A" userId="S::edcriollo1@espe.edu.ec::6dcbe2a5-cfdc-4b63-9481-50760e65cace" providerId="AD" clId="Web-{CC80EB6E-4766-6F86-C6A6-4C3E4372F867}" dt="2024-12-08T22:06:59.518" v="983"/>
          <ac:picMkLst>
            <pc:docMk/>
            <pc:sldMk cId="504871624" sldId="377"/>
            <ac:picMk id="7" creationId="{48914179-74A8-1C71-0B00-7612BC38C240}"/>
          </ac:picMkLst>
        </pc:picChg>
        <pc:picChg chg="del">
          <ac:chgData name="ERICK DAMIAN CRIOLLO O�A" userId="S::edcriollo1@espe.edu.ec::6dcbe2a5-cfdc-4b63-9481-50760e65cace" providerId="AD" clId="Web-{CC80EB6E-4766-6F86-C6A6-4C3E4372F867}" dt="2024-12-08T22:06:59.768" v="984"/>
          <ac:picMkLst>
            <pc:docMk/>
            <pc:sldMk cId="504871624" sldId="377"/>
            <ac:picMk id="8" creationId="{EA0AD66F-025B-696D-0713-4017EA84544A}"/>
          </ac:picMkLst>
        </pc:picChg>
      </pc:sldChg>
      <pc:sldChg chg="addSp delSp modSp">
        <pc:chgData name="ERICK DAMIAN CRIOLLO O�A" userId="S::edcriollo1@espe.edu.ec::6dcbe2a5-cfdc-4b63-9481-50760e65cace" providerId="AD" clId="Web-{CC80EB6E-4766-6F86-C6A6-4C3E4372F867}" dt="2024-12-08T22:08:30.583" v="1035" actId="1076"/>
        <pc:sldMkLst>
          <pc:docMk/>
          <pc:sldMk cId="1598552259" sldId="378"/>
        </pc:sldMkLst>
        <pc:spChg chg="mod">
          <ac:chgData name="ERICK DAMIAN CRIOLLO O�A" userId="S::edcriollo1@espe.edu.ec::6dcbe2a5-cfdc-4b63-9481-50760e65cace" providerId="AD" clId="Web-{CC80EB6E-4766-6F86-C6A6-4C3E4372F867}" dt="2024-12-08T22:07:48.004" v="1020" actId="14100"/>
          <ac:spMkLst>
            <pc:docMk/>
            <pc:sldMk cId="1598552259" sldId="378"/>
            <ac:spMk id="6" creationId="{559BE94F-2D0C-0AD9-F01E-B29BFE134216}"/>
          </ac:spMkLst>
        </pc:spChg>
        <pc:picChg chg="add mod modCrop">
          <ac:chgData name="ERICK DAMIAN CRIOLLO O�A" userId="S::edcriollo1@espe.edu.ec::6dcbe2a5-cfdc-4b63-9481-50760e65cace" providerId="AD" clId="Web-{CC80EB6E-4766-6F86-C6A6-4C3E4372F867}" dt="2024-12-08T22:08:15.645" v="1028" actId="1076"/>
          <ac:picMkLst>
            <pc:docMk/>
            <pc:sldMk cId="1598552259" sldId="378"/>
            <ac:picMk id="3" creationId="{CCFECB00-1C47-40CD-74E7-E83C04831423}"/>
          </ac:picMkLst>
        </pc:picChg>
        <pc:picChg chg="add mod modCrop">
          <ac:chgData name="ERICK DAMIAN CRIOLLO O�A" userId="S::edcriollo1@espe.edu.ec::6dcbe2a5-cfdc-4b63-9481-50760e65cace" providerId="AD" clId="Web-{CC80EB6E-4766-6F86-C6A6-4C3E4372F867}" dt="2024-12-08T22:08:30.583" v="1035" actId="1076"/>
          <ac:picMkLst>
            <pc:docMk/>
            <pc:sldMk cId="1598552259" sldId="378"/>
            <ac:picMk id="4" creationId="{FF73612E-7909-9010-DE6C-041D29467822}"/>
          </ac:picMkLst>
        </pc:picChg>
        <pc:picChg chg="del">
          <ac:chgData name="ERICK DAMIAN CRIOLLO O�A" userId="S::edcriollo1@espe.edu.ec::6dcbe2a5-cfdc-4b63-9481-50760e65cace" providerId="AD" clId="Web-{CC80EB6E-4766-6F86-C6A6-4C3E4372F867}" dt="2024-12-08T22:07:49.957" v="1021"/>
          <ac:picMkLst>
            <pc:docMk/>
            <pc:sldMk cId="1598552259" sldId="378"/>
            <ac:picMk id="7" creationId="{F042EBD9-631A-D937-753D-5DAC025CACE2}"/>
          </ac:picMkLst>
        </pc:picChg>
        <pc:picChg chg="del">
          <ac:chgData name="ERICK DAMIAN CRIOLLO O�A" userId="S::edcriollo1@espe.edu.ec::6dcbe2a5-cfdc-4b63-9481-50760e65cace" providerId="AD" clId="Web-{CC80EB6E-4766-6F86-C6A6-4C3E4372F867}" dt="2024-12-08T22:07:50.488" v="1022"/>
          <ac:picMkLst>
            <pc:docMk/>
            <pc:sldMk cId="1598552259" sldId="378"/>
            <ac:picMk id="8" creationId="{872D2204-0088-6CB3-F6AC-6FF45A18DE44}"/>
          </ac:picMkLst>
        </pc:picChg>
      </pc:sldChg>
      <pc:sldChg chg="addSp delSp modSp">
        <pc:chgData name="ERICK DAMIAN CRIOLLO O�A" userId="S::edcriollo1@espe.edu.ec::6dcbe2a5-cfdc-4b63-9481-50760e65cace" providerId="AD" clId="Web-{CC80EB6E-4766-6F86-C6A6-4C3E4372F867}" dt="2024-12-08T22:02:53.009" v="840" actId="1076"/>
        <pc:sldMkLst>
          <pc:docMk/>
          <pc:sldMk cId="36210345" sldId="384"/>
        </pc:sldMkLst>
        <pc:spChg chg="mod">
          <ac:chgData name="ERICK DAMIAN CRIOLLO O�A" userId="S::edcriollo1@espe.edu.ec::6dcbe2a5-cfdc-4b63-9481-50760e65cace" providerId="AD" clId="Web-{CC80EB6E-4766-6F86-C6A6-4C3E4372F867}" dt="2024-12-08T22:01:26.600" v="816" actId="20577"/>
          <ac:spMkLst>
            <pc:docMk/>
            <pc:sldMk cId="36210345" sldId="384"/>
            <ac:spMk id="3" creationId="{93B8F572-C439-414C-90FA-BE3C081E9B98}"/>
          </ac:spMkLst>
        </pc:spChg>
        <pc:picChg chg="del">
          <ac:chgData name="ERICK DAMIAN CRIOLLO O�A" userId="S::edcriollo1@espe.edu.ec::6dcbe2a5-cfdc-4b63-9481-50760e65cace" providerId="AD" clId="Web-{CC80EB6E-4766-6F86-C6A6-4C3E4372F867}" dt="2024-12-08T22:01:28.116" v="818"/>
          <ac:picMkLst>
            <pc:docMk/>
            <pc:sldMk cId="36210345" sldId="384"/>
            <ac:picMk id="4" creationId="{67AB6615-7985-5929-08A6-7B7AD1C9AAE0}"/>
          </ac:picMkLst>
        </pc:picChg>
        <pc:picChg chg="add mod modCrop">
          <ac:chgData name="ERICK DAMIAN CRIOLLO O�A" userId="S::edcriollo1@espe.edu.ec::6dcbe2a5-cfdc-4b63-9481-50760e65cace" providerId="AD" clId="Web-{CC80EB6E-4766-6F86-C6A6-4C3E4372F867}" dt="2024-12-08T22:02:24.290" v="835" actId="1076"/>
          <ac:picMkLst>
            <pc:docMk/>
            <pc:sldMk cId="36210345" sldId="384"/>
            <ac:picMk id="6" creationId="{8A414A15-FEA3-01D2-A123-224C707716BF}"/>
          </ac:picMkLst>
        </pc:picChg>
        <pc:picChg chg="del">
          <ac:chgData name="ERICK DAMIAN CRIOLLO O�A" userId="S::edcriollo1@espe.edu.ec::6dcbe2a5-cfdc-4b63-9481-50760e65cace" providerId="AD" clId="Web-{CC80EB6E-4766-6F86-C6A6-4C3E4372F867}" dt="2024-12-08T22:01:29.147" v="819"/>
          <ac:picMkLst>
            <pc:docMk/>
            <pc:sldMk cId="36210345" sldId="384"/>
            <ac:picMk id="7" creationId="{D7837778-A24A-9417-B220-05B938ABB388}"/>
          </ac:picMkLst>
        </pc:picChg>
        <pc:picChg chg="add del mod">
          <ac:chgData name="ERICK DAMIAN CRIOLLO O�A" userId="S::edcriollo1@espe.edu.ec::6dcbe2a5-cfdc-4b63-9481-50760e65cace" providerId="AD" clId="Web-{CC80EB6E-4766-6F86-C6A6-4C3E4372F867}" dt="2024-12-08T22:01:45.101" v="824"/>
          <ac:picMkLst>
            <pc:docMk/>
            <pc:sldMk cId="36210345" sldId="384"/>
            <ac:picMk id="8" creationId="{CF18D346-9EE9-0E8E-2F23-A29A01FB6B5F}"/>
          </ac:picMkLst>
        </pc:picChg>
        <pc:picChg chg="del">
          <ac:chgData name="ERICK DAMIAN CRIOLLO O�A" userId="S::edcriollo1@espe.edu.ec::6dcbe2a5-cfdc-4b63-9481-50760e65cace" providerId="AD" clId="Web-{CC80EB6E-4766-6F86-C6A6-4C3E4372F867}" dt="2024-12-08T22:01:27.428" v="817"/>
          <ac:picMkLst>
            <pc:docMk/>
            <pc:sldMk cId="36210345" sldId="384"/>
            <ac:picMk id="9" creationId="{65B52587-E477-EC5A-8B08-8F29F47FA935}"/>
          </ac:picMkLst>
        </pc:picChg>
        <pc:picChg chg="add mod">
          <ac:chgData name="ERICK DAMIAN CRIOLLO O�A" userId="S::edcriollo1@espe.edu.ec::6dcbe2a5-cfdc-4b63-9481-50760e65cace" providerId="AD" clId="Web-{CC80EB6E-4766-6F86-C6A6-4C3E4372F867}" dt="2024-12-08T22:02:51.259" v="839" actId="1076"/>
          <ac:picMkLst>
            <pc:docMk/>
            <pc:sldMk cId="36210345" sldId="384"/>
            <ac:picMk id="10" creationId="{C3DA5FD6-53F5-55A3-1CCB-8D221E95B7AF}"/>
          </ac:picMkLst>
        </pc:picChg>
        <pc:picChg chg="add mod">
          <ac:chgData name="ERICK DAMIAN CRIOLLO O�A" userId="S::edcriollo1@espe.edu.ec::6dcbe2a5-cfdc-4b63-9481-50760e65cace" providerId="AD" clId="Web-{CC80EB6E-4766-6F86-C6A6-4C3E4372F867}" dt="2024-12-08T22:02:53.009" v="840" actId="1076"/>
          <ac:picMkLst>
            <pc:docMk/>
            <pc:sldMk cId="36210345" sldId="384"/>
            <ac:picMk id="11" creationId="{7536855E-22CA-B659-BE84-B48674DFDA4B}"/>
          </ac:picMkLst>
        </pc:picChg>
      </pc:sldChg>
      <pc:sldChg chg="addSp delSp modSp">
        <pc:chgData name="ERICK DAMIAN CRIOLLO O�A" userId="S::edcriollo1@espe.edu.ec::6dcbe2a5-cfdc-4b63-9481-50760e65cace" providerId="AD" clId="Web-{CC80EB6E-4766-6F86-C6A6-4C3E4372F867}" dt="2024-12-08T21:50:29.765" v="506" actId="1076"/>
        <pc:sldMkLst>
          <pc:docMk/>
          <pc:sldMk cId="2655309640" sldId="386"/>
        </pc:sldMkLst>
        <pc:spChg chg="mod">
          <ac:chgData name="ERICK DAMIAN CRIOLLO O�A" userId="S::edcriollo1@espe.edu.ec::6dcbe2a5-cfdc-4b63-9481-50760e65cace" providerId="AD" clId="Web-{CC80EB6E-4766-6F86-C6A6-4C3E4372F867}" dt="2024-12-08T21:50:13.702" v="503" actId="20577"/>
          <ac:spMkLst>
            <pc:docMk/>
            <pc:sldMk cId="2655309640" sldId="386"/>
            <ac:spMk id="3" creationId="{93B8F572-C439-414C-90FA-BE3C081E9B98}"/>
          </ac:spMkLst>
        </pc:spChg>
        <pc:picChg chg="del">
          <ac:chgData name="ERICK DAMIAN CRIOLLO O�A" userId="S::edcriollo1@espe.edu.ec::6dcbe2a5-cfdc-4b63-9481-50760e65cace" providerId="AD" clId="Web-{CC80EB6E-4766-6F86-C6A6-4C3E4372F867}" dt="2024-12-08T21:49:41.982" v="467"/>
          <ac:picMkLst>
            <pc:docMk/>
            <pc:sldMk cId="2655309640" sldId="386"/>
            <ac:picMk id="4" creationId="{F00D934E-05EC-64DA-8B5A-50467C0DED23}"/>
          </ac:picMkLst>
        </pc:picChg>
        <pc:picChg chg="add mod">
          <ac:chgData name="ERICK DAMIAN CRIOLLO O�A" userId="S::edcriollo1@espe.edu.ec::6dcbe2a5-cfdc-4b63-9481-50760e65cace" providerId="AD" clId="Web-{CC80EB6E-4766-6F86-C6A6-4C3E4372F867}" dt="2024-12-08T21:50:29.765" v="506" actId="1076"/>
          <ac:picMkLst>
            <pc:docMk/>
            <pc:sldMk cId="2655309640" sldId="386"/>
            <ac:picMk id="6" creationId="{D30F882A-57A1-41F6-00E0-CD48E0C7C1D5}"/>
          </ac:picMkLst>
        </pc:picChg>
        <pc:picChg chg="del">
          <ac:chgData name="ERICK DAMIAN CRIOLLO O�A" userId="S::edcriollo1@espe.edu.ec::6dcbe2a5-cfdc-4b63-9481-50760e65cace" providerId="AD" clId="Web-{CC80EB6E-4766-6F86-C6A6-4C3E4372F867}" dt="2024-12-08T21:49:41.420" v="466"/>
          <ac:picMkLst>
            <pc:docMk/>
            <pc:sldMk cId="2655309640" sldId="386"/>
            <ac:picMk id="7" creationId="{5F8B1FD7-0543-373D-96F9-AE466880C2C6}"/>
          </ac:picMkLst>
        </pc:picChg>
      </pc:sldChg>
      <pc:sldChg chg="addSp delSp modSp">
        <pc:chgData name="ERICK DAMIAN CRIOLLO O�A" userId="S::edcriollo1@espe.edu.ec::6dcbe2a5-cfdc-4b63-9481-50760e65cace" providerId="AD" clId="Web-{CC80EB6E-4766-6F86-C6A6-4C3E4372F867}" dt="2024-12-08T21:46:22.710" v="388" actId="1076"/>
        <pc:sldMkLst>
          <pc:docMk/>
          <pc:sldMk cId="3144295167" sldId="387"/>
        </pc:sldMkLst>
        <pc:spChg chg="mod">
          <ac:chgData name="ERICK DAMIAN CRIOLLO O�A" userId="S::edcriollo1@espe.edu.ec::6dcbe2a5-cfdc-4b63-9481-50760e65cace" providerId="AD" clId="Web-{CC80EB6E-4766-6F86-C6A6-4C3E4372F867}" dt="2024-12-08T21:46:17.538" v="385" actId="1076"/>
          <ac:spMkLst>
            <pc:docMk/>
            <pc:sldMk cId="3144295167" sldId="387"/>
            <ac:spMk id="3" creationId="{93B8F572-C439-414C-90FA-BE3C081E9B98}"/>
          </ac:spMkLst>
        </pc:spChg>
        <pc:picChg chg="add mod">
          <ac:chgData name="ERICK DAMIAN CRIOLLO O�A" userId="S::edcriollo1@espe.edu.ec::6dcbe2a5-cfdc-4b63-9481-50760e65cace" providerId="AD" clId="Web-{CC80EB6E-4766-6F86-C6A6-4C3E4372F867}" dt="2024-12-08T21:46:22.710" v="388" actId="1076"/>
          <ac:picMkLst>
            <pc:docMk/>
            <pc:sldMk cId="3144295167" sldId="387"/>
            <ac:picMk id="4" creationId="{06EA80E1-83E2-67DD-828F-188A2D25628C}"/>
          </ac:picMkLst>
        </pc:picChg>
        <pc:picChg chg="del">
          <ac:chgData name="ERICK DAMIAN CRIOLLO O�A" userId="S::edcriollo1@espe.edu.ec::6dcbe2a5-cfdc-4b63-9481-50760e65cace" providerId="AD" clId="Web-{CC80EB6E-4766-6F86-C6A6-4C3E4372F867}" dt="2024-12-08T21:46:00.787" v="380"/>
          <ac:picMkLst>
            <pc:docMk/>
            <pc:sldMk cId="3144295167" sldId="387"/>
            <ac:picMk id="6" creationId="{6CD00F8A-57CF-8B02-23CF-D1DF27C48AFB}"/>
          </ac:picMkLst>
        </pc:picChg>
      </pc:sldChg>
      <pc:sldChg chg="addSp delSp modSp add replId">
        <pc:chgData name="ERICK DAMIAN CRIOLLO O�A" userId="S::edcriollo1@espe.edu.ec::6dcbe2a5-cfdc-4b63-9481-50760e65cace" providerId="AD" clId="Web-{CC80EB6E-4766-6F86-C6A6-4C3E4372F867}" dt="2024-12-08T21:54:46.633" v="662" actId="1076"/>
        <pc:sldMkLst>
          <pc:docMk/>
          <pc:sldMk cId="1011879459" sldId="388"/>
        </pc:sldMkLst>
        <pc:spChg chg="mod">
          <ac:chgData name="ERICK DAMIAN CRIOLLO O�A" userId="S::edcriollo1@espe.edu.ec::6dcbe2a5-cfdc-4b63-9481-50760e65cace" providerId="AD" clId="Web-{CC80EB6E-4766-6F86-C6A6-4C3E4372F867}" dt="2024-12-08T21:54:34.117" v="659" actId="20577"/>
          <ac:spMkLst>
            <pc:docMk/>
            <pc:sldMk cId="1011879459" sldId="388"/>
            <ac:spMk id="3" creationId="{93B8F572-C439-414C-90FA-BE3C081E9B98}"/>
          </ac:spMkLst>
        </pc:spChg>
        <pc:picChg chg="del">
          <ac:chgData name="ERICK DAMIAN CRIOLLO O�A" userId="S::edcriollo1@espe.edu.ec::6dcbe2a5-cfdc-4b63-9481-50760e65cace" providerId="AD" clId="Web-{CC80EB6E-4766-6F86-C6A6-4C3E4372F867}" dt="2024-12-08T21:54:42.649" v="660"/>
          <ac:picMkLst>
            <pc:docMk/>
            <pc:sldMk cId="1011879459" sldId="388"/>
            <ac:picMk id="4" creationId="{DDE8B9AB-69E0-14C0-3487-172EDD55F5ED}"/>
          </ac:picMkLst>
        </pc:picChg>
        <pc:picChg chg="add mod">
          <ac:chgData name="ERICK DAMIAN CRIOLLO O�A" userId="S::edcriollo1@espe.edu.ec::6dcbe2a5-cfdc-4b63-9481-50760e65cace" providerId="AD" clId="Web-{CC80EB6E-4766-6F86-C6A6-4C3E4372F867}" dt="2024-12-08T21:54:46.633" v="662" actId="1076"/>
          <ac:picMkLst>
            <pc:docMk/>
            <pc:sldMk cId="1011879459" sldId="388"/>
            <ac:picMk id="6" creationId="{53395F14-B042-42CF-5DB1-55D970AB3E41}"/>
          </ac:picMkLst>
        </pc:picChg>
      </pc:sldChg>
      <pc:sldChg chg="addSp delSp modSp add replId">
        <pc:chgData name="ERICK DAMIAN CRIOLLO O�A" userId="S::edcriollo1@espe.edu.ec::6dcbe2a5-cfdc-4b63-9481-50760e65cace" providerId="AD" clId="Web-{CC80EB6E-4766-6F86-C6A6-4C3E4372F867}" dt="2024-12-08T21:55:59.480" v="703" actId="1076"/>
        <pc:sldMkLst>
          <pc:docMk/>
          <pc:sldMk cId="2231430991" sldId="389"/>
        </pc:sldMkLst>
        <pc:spChg chg="mod">
          <ac:chgData name="ERICK DAMIAN CRIOLLO O�A" userId="S::edcriollo1@espe.edu.ec::6dcbe2a5-cfdc-4b63-9481-50760e65cace" providerId="AD" clId="Web-{CC80EB6E-4766-6F86-C6A6-4C3E4372F867}" dt="2024-12-08T21:55:11.275" v="683" actId="20577"/>
          <ac:spMkLst>
            <pc:docMk/>
            <pc:sldMk cId="2231430991" sldId="389"/>
            <ac:spMk id="3" creationId="{93B8F572-C439-414C-90FA-BE3C081E9B98}"/>
          </ac:spMkLst>
        </pc:spChg>
        <pc:picChg chg="add mod modCrop">
          <ac:chgData name="ERICK DAMIAN CRIOLLO O�A" userId="S::edcriollo1@espe.edu.ec::6dcbe2a5-cfdc-4b63-9481-50760e65cace" providerId="AD" clId="Web-{CC80EB6E-4766-6F86-C6A6-4C3E4372F867}" dt="2024-12-08T21:55:59.480" v="703" actId="1076"/>
          <ac:picMkLst>
            <pc:docMk/>
            <pc:sldMk cId="2231430991" sldId="389"/>
            <ac:picMk id="4" creationId="{AA583330-4090-B8F8-50C1-9D4B0017BB70}"/>
          </ac:picMkLst>
        </pc:picChg>
        <pc:picChg chg="del">
          <ac:chgData name="ERICK DAMIAN CRIOLLO O�A" userId="S::edcriollo1@espe.edu.ec::6dcbe2a5-cfdc-4b63-9481-50760e65cace" providerId="AD" clId="Web-{CC80EB6E-4766-6F86-C6A6-4C3E4372F867}" dt="2024-12-08T21:55:16.353" v="684"/>
          <ac:picMkLst>
            <pc:docMk/>
            <pc:sldMk cId="2231430991" sldId="389"/>
            <ac:picMk id="6" creationId="{53395F14-B042-42CF-5DB1-55D970AB3E41}"/>
          </ac:picMkLst>
        </pc:picChg>
        <pc:picChg chg="add mod">
          <ac:chgData name="ERICK DAMIAN CRIOLLO O�A" userId="S::edcriollo1@espe.edu.ec::6dcbe2a5-cfdc-4b63-9481-50760e65cace" providerId="AD" clId="Web-{CC80EB6E-4766-6F86-C6A6-4C3E4372F867}" dt="2024-12-08T21:55:43.339" v="697" actId="1076"/>
          <ac:picMkLst>
            <pc:docMk/>
            <pc:sldMk cId="2231430991" sldId="389"/>
            <ac:picMk id="7" creationId="{3FE0E55B-1613-E8FD-8D91-80E6CA7B4823}"/>
          </ac:picMkLst>
        </pc:picChg>
        <pc:picChg chg="add mod modCrop">
          <ac:chgData name="ERICK DAMIAN CRIOLLO O�A" userId="S::edcriollo1@espe.edu.ec::6dcbe2a5-cfdc-4b63-9481-50760e65cace" providerId="AD" clId="Web-{CC80EB6E-4766-6F86-C6A6-4C3E4372F867}" dt="2024-12-08T21:55:49.979" v="700" actId="1076"/>
          <ac:picMkLst>
            <pc:docMk/>
            <pc:sldMk cId="2231430991" sldId="389"/>
            <ac:picMk id="8" creationId="{DDFF26BE-9A89-F735-5B0F-0BB171AEAA90}"/>
          </ac:picMkLst>
        </pc:picChg>
      </pc:sldChg>
      <pc:sldChg chg="addSp delSp modSp add replId">
        <pc:chgData name="ERICK DAMIAN CRIOLLO O�A" userId="S::edcriollo1@espe.edu.ec::6dcbe2a5-cfdc-4b63-9481-50760e65cace" providerId="AD" clId="Web-{CC80EB6E-4766-6F86-C6A6-4C3E4372F867}" dt="2024-12-08T22:05:10.217" v="906" actId="1076"/>
        <pc:sldMkLst>
          <pc:docMk/>
          <pc:sldMk cId="4062568186" sldId="390"/>
        </pc:sldMkLst>
        <pc:spChg chg="mod">
          <ac:chgData name="ERICK DAMIAN CRIOLLO O�A" userId="S::edcriollo1@espe.edu.ec::6dcbe2a5-cfdc-4b63-9481-50760e65cace" providerId="AD" clId="Web-{CC80EB6E-4766-6F86-C6A6-4C3E4372F867}" dt="2024-12-08T22:05:00.451" v="901" actId="20577"/>
          <ac:spMkLst>
            <pc:docMk/>
            <pc:sldMk cId="4062568186" sldId="390"/>
            <ac:spMk id="3" creationId="{93B8F572-C439-414C-90FA-BE3C081E9B98}"/>
          </ac:spMkLst>
        </pc:spChg>
        <pc:picChg chg="del">
          <ac:chgData name="ERICK DAMIAN CRIOLLO O�A" userId="S::edcriollo1@espe.edu.ec::6dcbe2a5-cfdc-4b63-9481-50760e65cace" providerId="AD" clId="Web-{CC80EB6E-4766-6F86-C6A6-4C3E4372F867}" dt="2024-12-08T22:05:03.654" v="902"/>
          <ac:picMkLst>
            <pc:docMk/>
            <pc:sldMk cId="4062568186" sldId="390"/>
            <ac:picMk id="4" creationId="{AC437516-61D5-5587-8738-095AD02B8A82}"/>
          </ac:picMkLst>
        </pc:picChg>
        <pc:picChg chg="add mod">
          <ac:chgData name="ERICK DAMIAN CRIOLLO O�A" userId="S::edcriollo1@espe.edu.ec::6dcbe2a5-cfdc-4b63-9481-50760e65cace" providerId="AD" clId="Web-{CC80EB6E-4766-6F86-C6A6-4C3E4372F867}" dt="2024-12-08T22:05:10.217" v="906" actId="1076"/>
          <ac:picMkLst>
            <pc:docMk/>
            <pc:sldMk cId="4062568186" sldId="390"/>
            <ac:picMk id="6" creationId="{43D8BEC9-FB9A-2E78-2C68-6D661ECEE935}"/>
          </ac:picMkLst>
        </pc:picChg>
      </pc:sldChg>
      <pc:sldChg chg="addSp delSp modSp add replId">
        <pc:chgData name="ERICK DAMIAN CRIOLLO O�A" userId="S::edcriollo1@espe.edu.ec::6dcbe2a5-cfdc-4b63-9481-50760e65cace" providerId="AD" clId="Web-{CC80EB6E-4766-6F86-C6A6-4C3E4372F867}" dt="2024-12-08T22:10:28.634" v="1108" actId="1076"/>
        <pc:sldMkLst>
          <pc:docMk/>
          <pc:sldMk cId="792986732" sldId="391"/>
        </pc:sldMkLst>
        <pc:spChg chg="mod">
          <ac:chgData name="ERICK DAMIAN CRIOLLO O�A" userId="S::edcriollo1@espe.edu.ec::6dcbe2a5-cfdc-4b63-9481-50760e65cace" providerId="AD" clId="Web-{CC80EB6E-4766-6F86-C6A6-4C3E4372F867}" dt="2024-12-08T22:09:37.601" v="1094" actId="1076"/>
          <ac:spMkLst>
            <pc:docMk/>
            <pc:sldMk cId="792986732" sldId="391"/>
            <ac:spMk id="6" creationId="{559BE94F-2D0C-0AD9-F01E-B29BFE134216}"/>
          </ac:spMkLst>
        </pc:spChg>
        <pc:picChg chg="add mod modCrop">
          <ac:chgData name="ERICK DAMIAN CRIOLLO O�A" userId="S::edcriollo1@espe.edu.ec::6dcbe2a5-cfdc-4b63-9481-50760e65cace" providerId="AD" clId="Web-{CC80EB6E-4766-6F86-C6A6-4C3E4372F867}" dt="2024-12-08T22:10:06.134" v="1100" actId="1076"/>
          <ac:picMkLst>
            <pc:docMk/>
            <pc:sldMk cId="792986732" sldId="391"/>
            <ac:picMk id="3" creationId="{B0C5208F-8B7E-4F3C-E693-A634AEFBB005}"/>
          </ac:picMkLst>
        </pc:picChg>
        <pc:picChg chg="add mod modCrop">
          <ac:chgData name="ERICK DAMIAN CRIOLLO O�A" userId="S::edcriollo1@espe.edu.ec::6dcbe2a5-cfdc-4b63-9481-50760e65cace" providerId="AD" clId="Web-{CC80EB6E-4766-6F86-C6A6-4C3E4372F867}" dt="2024-12-08T22:10:28.634" v="1108" actId="1076"/>
          <ac:picMkLst>
            <pc:docMk/>
            <pc:sldMk cId="792986732" sldId="391"/>
            <ac:picMk id="4" creationId="{5581AE68-68B2-F84D-A1AE-7F246AE03B47}"/>
          </ac:picMkLst>
        </pc:picChg>
        <pc:picChg chg="del">
          <ac:chgData name="ERICK DAMIAN CRIOLLO O�A" userId="S::edcriollo1@espe.edu.ec::6dcbe2a5-cfdc-4b63-9481-50760e65cace" providerId="AD" clId="Web-{CC80EB6E-4766-6F86-C6A6-4C3E4372F867}" dt="2024-12-08T22:09:33.882" v="1092"/>
          <ac:picMkLst>
            <pc:docMk/>
            <pc:sldMk cId="792986732" sldId="391"/>
            <ac:picMk id="7" creationId="{F042EBD9-631A-D937-753D-5DAC025CACE2}"/>
          </ac:picMkLst>
        </pc:picChg>
        <pc:picChg chg="del">
          <ac:chgData name="ERICK DAMIAN CRIOLLO O�A" userId="S::edcriollo1@espe.edu.ec::6dcbe2a5-cfdc-4b63-9481-50760e65cace" providerId="AD" clId="Web-{CC80EB6E-4766-6F86-C6A6-4C3E4372F867}" dt="2024-12-08T22:09:34.523" v="1093"/>
          <ac:picMkLst>
            <pc:docMk/>
            <pc:sldMk cId="792986732" sldId="391"/>
            <ac:picMk id="8" creationId="{872D2204-0088-6CB3-F6AC-6FF45A18DE44}"/>
          </ac:picMkLst>
        </pc:picChg>
      </pc:sldChg>
      <pc:sldChg chg="addSp delSp modSp add replId">
        <pc:chgData name="ERICK DAMIAN CRIOLLO O�A" userId="S::edcriollo1@espe.edu.ec::6dcbe2a5-cfdc-4b63-9481-50760e65cace" providerId="AD" clId="Web-{CC80EB6E-4766-6F86-C6A6-4C3E4372F867}" dt="2024-12-08T22:11:49.450" v="1178" actId="14100"/>
        <pc:sldMkLst>
          <pc:docMk/>
          <pc:sldMk cId="3257151245" sldId="392"/>
        </pc:sldMkLst>
        <pc:spChg chg="mod">
          <ac:chgData name="ERICK DAMIAN CRIOLLO O�A" userId="S::edcriollo1@espe.edu.ec::6dcbe2a5-cfdc-4b63-9481-50760e65cace" providerId="AD" clId="Web-{CC80EB6E-4766-6F86-C6A6-4C3E4372F867}" dt="2024-12-08T22:11:12.417" v="1168" actId="20577"/>
          <ac:spMkLst>
            <pc:docMk/>
            <pc:sldMk cId="3257151245" sldId="392"/>
            <ac:spMk id="6" creationId="{559BE94F-2D0C-0AD9-F01E-B29BFE134216}"/>
          </ac:spMkLst>
        </pc:spChg>
        <pc:picChg chg="add mod modCrop">
          <ac:chgData name="ERICK DAMIAN CRIOLLO O�A" userId="S::edcriollo1@espe.edu.ec::6dcbe2a5-cfdc-4b63-9481-50760e65cace" providerId="AD" clId="Web-{CC80EB6E-4766-6F86-C6A6-4C3E4372F867}" dt="2024-12-08T22:11:31.824" v="1173" actId="1076"/>
          <ac:picMkLst>
            <pc:docMk/>
            <pc:sldMk cId="3257151245" sldId="392"/>
            <ac:picMk id="3" creationId="{D5C795EE-126A-8FD0-261F-DC0BEE0C6FD9}"/>
          </ac:picMkLst>
        </pc:picChg>
        <pc:picChg chg="add mod modCrop">
          <ac:chgData name="ERICK DAMIAN CRIOLLO O�A" userId="S::edcriollo1@espe.edu.ec::6dcbe2a5-cfdc-4b63-9481-50760e65cace" providerId="AD" clId="Web-{CC80EB6E-4766-6F86-C6A6-4C3E4372F867}" dt="2024-12-08T22:11:49.450" v="1178" actId="14100"/>
          <ac:picMkLst>
            <pc:docMk/>
            <pc:sldMk cId="3257151245" sldId="392"/>
            <ac:picMk id="4" creationId="{857D178B-B4DA-C757-FF5C-DA7D9E5456C7}"/>
          </ac:picMkLst>
        </pc:picChg>
        <pc:picChg chg="del">
          <ac:chgData name="ERICK DAMIAN CRIOLLO O�A" userId="S::edcriollo1@espe.edu.ec::6dcbe2a5-cfdc-4b63-9481-50760e65cace" providerId="AD" clId="Web-{CC80EB6E-4766-6F86-C6A6-4C3E4372F867}" dt="2024-12-08T22:11:07.261" v="1165"/>
          <ac:picMkLst>
            <pc:docMk/>
            <pc:sldMk cId="3257151245" sldId="392"/>
            <ac:picMk id="7" creationId="{F042EBD9-631A-D937-753D-5DAC025CACE2}"/>
          </ac:picMkLst>
        </pc:picChg>
        <pc:picChg chg="del">
          <ac:chgData name="ERICK DAMIAN CRIOLLO O�A" userId="S::edcriollo1@espe.edu.ec::6dcbe2a5-cfdc-4b63-9481-50760e65cace" providerId="AD" clId="Web-{CC80EB6E-4766-6F86-C6A6-4C3E4372F867}" dt="2024-12-08T22:11:07.745" v="1166"/>
          <ac:picMkLst>
            <pc:docMk/>
            <pc:sldMk cId="3257151245" sldId="392"/>
            <ac:picMk id="8" creationId="{872D2204-0088-6CB3-F6AC-6FF45A18DE44}"/>
          </ac:picMkLst>
        </pc:picChg>
      </pc:sldChg>
      <pc:sldChg chg="addSp delSp modSp add replId">
        <pc:chgData name="ERICK DAMIAN CRIOLLO O�A" userId="S::edcriollo1@espe.edu.ec::6dcbe2a5-cfdc-4b63-9481-50760e65cace" providerId="AD" clId="Web-{CC80EB6E-4766-6F86-C6A6-4C3E4372F867}" dt="2024-12-08T22:12:58.827" v="1232" actId="1076"/>
        <pc:sldMkLst>
          <pc:docMk/>
          <pc:sldMk cId="1990022039" sldId="393"/>
        </pc:sldMkLst>
        <pc:spChg chg="mod">
          <ac:chgData name="ERICK DAMIAN CRIOLLO O�A" userId="S::edcriollo1@espe.edu.ec::6dcbe2a5-cfdc-4b63-9481-50760e65cace" providerId="AD" clId="Web-{CC80EB6E-4766-6F86-C6A6-4C3E4372F867}" dt="2024-12-08T22:12:16.279" v="1218" actId="20577"/>
          <ac:spMkLst>
            <pc:docMk/>
            <pc:sldMk cId="1990022039" sldId="393"/>
            <ac:spMk id="6" creationId="{559BE94F-2D0C-0AD9-F01E-B29BFE134216}"/>
          </ac:spMkLst>
        </pc:spChg>
        <pc:picChg chg="add mod modCrop">
          <ac:chgData name="ERICK DAMIAN CRIOLLO O�A" userId="S::edcriollo1@espe.edu.ec::6dcbe2a5-cfdc-4b63-9481-50760e65cace" providerId="AD" clId="Web-{CC80EB6E-4766-6F86-C6A6-4C3E4372F867}" dt="2024-12-08T22:12:32.123" v="1225" actId="1076"/>
          <ac:picMkLst>
            <pc:docMk/>
            <pc:sldMk cId="1990022039" sldId="393"/>
            <ac:picMk id="3" creationId="{6D004B60-BDBA-ECB2-F2A7-6537E66E2C99}"/>
          </ac:picMkLst>
        </pc:picChg>
        <pc:picChg chg="add mod modCrop">
          <ac:chgData name="ERICK DAMIAN CRIOLLO O�A" userId="S::edcriollo1@espe.edu.ec::6dcbe2a5-cfdc-4b63-9481-50760e65cace" providerId="AD" clId="Web-{CC80EB6E-4766-6F86-C6A6-4C3E4372F867}" dt="2024-12-08T22:12:58.827" v="1232" actId="1076"/>
          <ac:picMkLst>
            <pc:docMk/>
            <pc:sldMk cId="1990022039" sldId="393"/>
            <ac:picMk id="4" creationId="{87592205-0331-3AD9-7B36-BE8163FEA3DB}"/>
          </ac:picMkLst>
        </pc:picChg>
        <pc:picChg chg="del">
          <ac:chgData name="ERICK DAMIAN CRIOLLO O�A" userId="S::edcriollo1@espe.edu.ec::6dcbe2a5-cfdc-4b63-9481-50760e65cace" providerId="AD" clId="Web-{CC80EB6E-4766-6F86-C6A6-4C3E4372F867}" dt="2024-12-08T22:12:16.826" v="1219"/>
          <ac:picMkLst>
            <pc:docMk/>
            <pc:sldMk cId="1990022039" sldId="393"/>
            <ac:picMk id="7" creationId="{F042EBD9-631A-D937-753D-5DAC025CACE2}"/>
          </ac:picMkLst>
        </pc:picChg>
        <pc:picChg chg="del">
          <ac:chgData name="ERICK DAMIAN CRIOLLO O�A" userId="S::edcriollo1@espe.edu.ec::6dcbe2a5-cfdc-4b63-9481-50760e65cace" providerId="AD" clId="Web-{CC80EB6E-4766-6F86-C6A6-4C3E4372F867}" dt="2024-12-08T22:12:17.232" v="1220"/>
          <ac:picMkLst>
            <pc:docMk/>
            <pc:sldMk cId="1990022039" sldId="393"/>
            <ac:picMk id="8" creationId="{872D2204-0088-6CB3-F6AC-6FF45A18DE44}"/>
          </ac:picMkLst>
        </pc:picChg>
      </pc:sldChg>
    </pc:docChg>
  </pc:docChgLst>
  <pc:docChgLst>
    <pc:chgData name="ERICK DAMIAN CRIOLLO O�A" userId="S::edcriollo1@espe.edu.ec::6dcbe2a5-cfdc-4b63-9481-50760e65cace" providerId="AD" clId="Web-{C0782EC9-4295-A7AD-CF45-1A11FE3BA8F8}"/>
    <pc:docChg chg="addSld modSld">
      <pc:chgData name="ERICK DAMIAN CRIOLLO O�A" userId="S::edcriollo1@espe.edu.ec::6dcbe2a5-cfdc-4b63-9481-50760e65cace" providerId="AD" clId="Web-{C0782EC9-4295-A7AD-CF45-1A11FE3BA8F8}" dt="2025-02-12T15:54:01.275" v="410" actId="20577"/>
      <pc:docMkLst>
        <pc:docMk/>
      </pc:docMkLst>
      <pc:sldChg chg="modSp">
        <pc:chgData name="ERICK DAMIAN CRIOLLO O�A" userId="S::edcriollo1@espe.edu.ec::6dcbe2a5-cfdc-4b63-9481-50760e65cace" providerId="AD" clId="Web-{C0782EC9-4295-A7AD-CF45-1A11FE3BA8F8}" dt="2025-02-12T15:54:01.275" v="410" actId="20577"/>
        <pc:sldMkLst>
          <pc:docMk/>
          <pc:sldMk cId="865893597" sldId="325"/>
        </pc:sldMkLst>
        <pc:spChg chg="mod">
          <ac:chgData name="ERICK DAMIAN CRIOLLO O�A" userId="S::edcriollo1@espe.edu.ec::6dcbe2a5-cfdc-4b63-9481-50760e65cace" providerId="AD" clId="Web-{C0782EC9-4295-A7AD-CF45-1A11FE3BA8F8}" dt="2025-02-12T15:54:01.275" v="410" actId="20577"/>
          <ac:spMkLst>
            <pc:docMk/>
            <pc:sldMk cId="865893597" sldId="325"/>
            <ac:spMk id="5" creationId="{EFCE21EE-10DC-4503-9FD7-8D2960C780CB}"/>
          </ac:spMkLst>
        </pc:spChg>
      </pc:sldChg>
      <pc:sldChg chg="modSp">
        <pc:chgData name="ERICK DAMIAN CRIOLLO O�A" userId="S::edcriollo1@espe.edu.ec::6dcbe2a5-cfdc-4b63-9481-50760e65cace" providerId="AD" clId="Web-{C0782EC9-4295-A7AD-CF45-1A11FE3BA8F8}" dt="2025-02-12T15:53:59.306" v="409" actId="20577"/>
        <pc:sldMkLst>
          <pc:docMk/>
          <pc:sldMk cId="2372064775" sldId="326"/>
        </pc:sldMkLst>
        <pc:spChg chg="mod">
          <ac:chgData name="ERICK DAMIAN CRIOLLO O�A" userId="S::edcriollo1@espe.edu.ec::6dcbe2a5-cfdc-4b63-9481-50760e65cace" providerId="AD" clId="Web-{C0782EC9-4295-A7AD-CF45-1A11FE3BA8F8}" dt="2025-02-12T15:53:59.306" v="409" actId="20577"/>
          <ac:spMkLst>
            <pc:docMk/>
            <pc:sldMk cId="2372064775" sldId="326"/>
            <ac:spMk id="5" creationId="{EFCE21EE-10DC-4503-9FD7-8D2960C780CB}"/>
          </ac:spMkLst>
        </pc:spChg>
      </pc:sldChg>
      <pc:sldChg chg="modSp">
        <pc:chgData name="ERICK DAMIAN CRIOLLO O�A" userId="S::edcriollo1@espe.edu.ec::6dcbe2a5-cfdc-4b63-9481-50760e65cace" providerId="AD" clId="Web-{C0782EC9-4295-A7AD-CF45-1A11FE3BA8F8}" dt="2025-02-12T15:53:58.103" v="408" actId="20577"/>
        <pc:sldMkLst>
          <pc:docMk/>
          <pc:sldMk cId="1570658669" sldId="327"/>
        </pc:sldMkLst>
        <pc:spChg chg="mod">
          <ac:chgData name="ERICK DAMIAN CRIOLLO O�A" userId="S::edcriollo1@espe.edu.ec::6dcbe2a5-cfdc-4b63-9481-50760e65cace" providerId="AD" clId="Web-{C0782EC9-4295-A7AD-CF45-1A11FE3BA8F8}" dt="2025-02-12T15:53:58.103" v="408" actId="20577"/>
          <ac:spMkLst>
            <pc:docMk/>
            <pc:sldMk cId="1570658669" sldId="327"/>
            <ac:spMk id="5" creationId="{EFCE21EE-10DC-4503-9FD7-8D2960C780CB}"/>
          </ac:spMkLst>
        </pc:spChg>
      </pc:sldChg>
      <pc:sldChg chg="modSp">
        <pc:chgData name="ERICK DAMIAN CRIOLLO O�A" userId="S::edcriollo1@espe.edu.ec::6dcbe2a5-cfdc-4b63-9481-50760e65cace" providerId="AD" clId="Web-{C0782EC9-4295-A7AD-CF45-1A11FE3BA8F8}" dt="2025-02-12T15:53:53.931" v="407" actId="20577"/>
        <pc:sldMkLst>
          <pc:docMk/>
          <pc:sldMk cId="97457025" sldId="328"/>
        </pc:sldMkLst>
        <pc:spChg chg="mod">
          <ac:chgData name="ERICK DAMIAN CRIOLLO O�A" userId="S::edcriollo1@espe.edu.ec::6dcbe2a5-cfdc-4b63-9481-50760e65cace" providerId="AD" clId="Web-{C0782EC9-4295-A7AD-CF45-1A11FE3BA8F8}" dt="2025-02-12T15:53:53.931" v="407" actId="20577"/>
          <ac:spMkLst>
            <pc:docMk/>
            <pc:sldMk cId="97457025" sldId="328"/>
            <ac:spMk id="5" creationId="{EFCE21EE-10DC-4503-9FD7-8D2960C780CB}"/>
          </ac:spMkLst>
        </pc:spChg>
      </pc:sldChg>
      <pc:sldChg chg="modSp">
        <pc:chgData name="ERICK DAMIAN CRIOLLO O�A" userId="S::edcriollo1@espe.edu.ec::6dcbe2a5-cfdc-4b63-9481-50760e65cace" providerId="AD" clId="Web-{C0782EC9-4295-A7AD-CF45-1A11FE3BA8F8}" dt="2025-02-12T15:53:52.290" v="406" actId="20577"/>
        <pc:sldMkLst>
          <pc:docMk/>
          <pc:sldMk cId="2559156449" sldId="329"/>
        </pc:sldMkLst>
        <pc:spChg chg="mod">
          <ac:chgData name="ERICK DAMIAN CRIOLLO O�A" userId="S::edcriollo1@espe.edu.ec::6dcbe2a5-cfdc-4b63-9481-50760e65cace" providerId="AD" clId="Web-{C0782EC9-4295-A7AD-CF45-1A11FE3BA8F8}" dt="2025-02-12T15:53:52.290" v="406" actId="20577"/>
          <ac:spMkLst>
            <pc:docMk/>
            <pc:sldMk cId="2559156449" sldId="329"/>
            <ac:spMk id="5" creationId="{EFCE21EE-10DC-4503-9FD7-8D2960C780CB}"/>
          </ac:spMkLst>
        </pc:spChg>
      </pc:sldChg>
      <pc:sldChg chg="modSp">
        <pc:chgData name="ERICK DAMIAN CRIOLLO O�A" userId="S::edcriollo1@espe.edu.ec::6dcbe2a5-cfdc-4b63-9481-50760e65cace" providerId="AD" clId="Web-{C0782EC9-4295-A7AD-CF45-1A11FE3BA8F8}" dt="2025-02-12T15:53:46.618" v="405" actId="20577"/>
        <pc:sldMkLst>
          <pc:docMk/>
          <pc:sldMk cId="3663893953" sldId="331"/>
        </pc:sldMkLst>
        <pc:spChg chg="mod">
          <ac:chgData name="ERICK DAMIAN CRIOLLO O�A" userId="S::edcriollo1@espe.edu.ec::6dcbe2a5-cfdc-4b63-9481-50760e65cace" providerId="AD" clId="Web-{C0782EC9-4295-A7AD-CF45-1A11FE3BA8F8}" dt="2025-02-12T15:53:46.618" v="405" actId="20577"/>
          <ac:spMkLst>
            <pc:docMk/>
            <pc:sldMk cId="3663893953" sldId="331"/>
            <ac:spMk id="5" creationId="{EFCE21EE-10DC-4503-9FD7-8D2960C780CB}"/>
          </ac:spMkLst>
        </pc:spChg>
      </pc:sldChg>
      <pc:sldChg chg="modSp">
        <pc:chgData name="ERICK DAMIAN CRIOLLO O�A" userId="S::edcriollo1@espe.edu.ec::6dcbe2a5-cfdc-4b63-9481-50760e65cace" providerId="AD" clId="Web-{C0782EC9-4295-A7AD-CF45-1A11FE3BA8F8}" dt="2025-02-12T15:53:42.399" v="404" actId="20577"/>
        <pc:sldMkLst>
          <pc:docMk/>
          <pc:sldMk cId="4261152526" sldId="332"/>
        </pc:sldMkLst>
        <pc:spChg chg="mod">
          <ac:chgData name="ERICK DAMIAN CRIOLLO O�A" userId="S::edcriollo1@espe.edu.ec::6dcbe2a5-cfdc-4b63-9481-50760e65cace" providerId="AD" clId="Web-{C0782EC9-4295-A7AD-CF45-1A11FE3BA8F8}" dt="2025-02-12T15:53:42.399" v="404" actId="20577"/>
          <ac:spMkLst>
            <pc:docMk/>
            <pc:sldMk cId="4261152526" sldId="332"/>
            <ac:spMk id="5" creationId="{EFCE21EE-10DC-4503-9FD7-8D2960C780CB}"/>
          </ac:spMkLst>
        </pc:spChg>
      </pc:sldChg>
      <pc:sldChg chg="modSp">
        <pc:chgData name="ERICK DAMIAN CRIOLLO O�A" userId="S::edcriollo1@espe.edu.ec::6dcbe2a5-cfdc-4b63-9481-50760e65cace" providerId="AD" clId="Web-{C0782EC9-4295-A7AD-CF45-1A11FE3BA8F8}" dt="2025-02-12T15:53:34.493" v="401" actId="20577"/>
        <pc:sldMkLst>
          <pc:docMk/>
          <pc:sldMk cId="2065198200" sldId="333"/>
        </pc:sldMkLst>
        <pc:spChg chg="mod">
          <ac:chgData name="ERICK DAMIAN CRIOLLO O�A" userId="S::edcriollo1@espe.edu.ec::6dcbe2a5-cfdc-4b63-9481-50760e65cace" providerId="AD" clId="Web-{C0782EC9-4295-A7AD-CF45-1A11FE3BA8F8}" dt="2025-02-12T15:53:34.493" v="401" actId="20577"/>
          <ac:spMkLst>
            <pc:docMk/>
            <pc:sldMk cId="2065198200" sldId="333"/>
            <ac:spMk id="5" creationId="{EFCE21EE-10DC-4503-9FD7-8D2960C780CB}"/>
          </ac:spMkLst>
        </pc:spChg>
      </pc:sldChg>
      <pc:sldChg chg="modSp">
        <pc:chgData name="ERICK DAMIAN CRIOLLO O�A" userId="S::edcriollo1@espe.edu.ec::6dcbe2a5-cfdc-4b63-9481-50760e65cace" providerId="AD" clId="Web-{C0782EC9-4295-A7AD-CF45-1A11FE3BA8F8}" dt="2025-02-12T15:53:32.149" v="400" actId="20577"/>
        <pc:sldMkLst>
          <pc:docMk/>
          <pc:sldMk cId="2070467638" sldId="334"/>
        </pc:sldMkLst>
        <pc:spChg chg="mod">
          <ac:chgData name="ERICK DAMIAN CRIOLLO O�A" userId="S::edcriollo1@espe.edu.ec::6dcbe2a5-cfdc-4b63-9481-50760e65cace" providerId="AD" clId="Web-{C0782EC9-4295-A7AD-CF45-1A11FE3BA8F8}" dt="2025-02-12T15:53:32.149" v="400" actId="20577"/>
          <ac:spMkLst>
            <pc:docMk/>
            <pc:sldMk cId="2070467638" sldId="334"/>
            <ac:spMk id="5" creationId="{EFCE21EE-10DC-4503-9FD7-8D2960C780CB}"/>
          </ac:spMkLst>
        </pc:spChg>
      </pc:sldChg>
      <pc:sldChg chg="modSp">
        <pc:chgData name="ERICK DAMIAN CRIOLLO O�A" userId="S::edcriollo1@espe.edu.ec::6dcbe2a5-cfdc-4b63-9481-50760e65cace" providerId="AD" clId="Web-{C0782EC9-4295-A7AD-CF45-1A11FE3BA8F8}" dt="2025-02-12T15:53:29.055" v="399" actId="20577"/>
        <pc:sldMkLst>
          <pc:docMk/>
          <pc:sldMk cId="2326254396" sldId="344"/>
        </pc:sldMkLst>
        <pc:spChg chg="mod">
          <ac:chgData name="ERICK DAMIAN CRIOLLO O�A" userId="S::edcriollo1@espe.edu.ec::6dcbe2a5-cfdc-4b63-9481-50760e65cace" providerId="AD" clId="Web-{C0782EC9-4295-A7AD-CF45-1A11FE3BA8F8}" dt="2025-02-12T15:53:29.055" v="399" actId="20577"/>
          <ac:spMkLst>
            <pc:docMk/>
            <pc:sldMk cId="2326254396" sldId="344"/>
            <ac:spMk id="5" creationId="{EFCE21EE-10DC-4503-9FD7-8D2960C780CB}"/>
          </ac:spMkLst>
        </pc:spChg>
      </pc:sldChg>
      <pc:sldChg chg="modSp">
        <pc:chgData name="ERICK DAMIAN CRIOLLO O�A" userId="S::edcriollo1@espe.edu.ec::6dcbe2a5-cfdc-4b63-9481-50760e65cace" providerId="AD" clId="Web-{C0782EC9-4295-A7AD-CF45-1A11FE3BA8F8}" dt="2025-02-12T15:53:27.774" v="398" actId="20577"/>
        <pc:sldMkLst>
          <pc:docMk/>
          <pc:sldMk cId="376911173" sldId="345"/>
        </pc:sldMkLst>
        <pc:spChg chg="mod">
          <ac:chgData name="ERICK DAMIAN CRIOLLO O�A" userId="S::edcriollo1@espe.edu.ec::6dcbe2a5-cfdc-4b63-9481-50760e65cace" providerId="AD" clId="Web-{C0782EC9-4295-A7AD-CF45-1A11FE3BA8F8}" dt="2025-02-12T15:53:27.774" v="398" actId="20577"/>
          <ac:spMkLst>
            <pc:docMk/>
            <pc:sldMk cId="376911173" sldId="345"/>
            <ac:spMk id="5" creationId="{EFCE21EE-10DC-4503-9FD7-8D2960C780CB}"/>
          </ac:spMkLst>
        </pc:spChg>
      </pc:sldChg>
      <pc:sldChg chg="modSp">
        <pc:chgData name="ERICK DAMIAN CRIOLLO O�A" userId="S::edcriollo1@espe.edu.ec::6dcbe2a5-cfdc-4b63-9481-50760e65cace" providerId="AD" clId="Web-{C0782EC9-4295-A7AD-CF45-1A11FE3BA8F8}" dt="2025-02-12T15:53:05.367" v="389" actId="20577"/>
        <pc:sldMkLst>
          <pc:docMk/>
          <pc:sldMk cId="2478630053" sldId="346"/>
        </pc:sldMkLst>
        <pc:spChg chg="mod">
          <ac:chgData name="ERICK DAMIAN CRIOLLO O�A" userId="S::edcriollo1@espe.edu.ec::6dcbe2a5-cfdc-4b63-9481-50760e65cace" providerId="AD" clId="Web-{C0782EC9-4295-A7AD-CF45-1A11FE3BA8F8}" dt="2025-02-12T15:53:05.367" v="389" actId="20577"/>
          <ac:spMkLst>
            <pc:docMk/>
            <pc:sldMk cId="2478630053" sldId="346"/>
            <ac:spMk id="5" creationId="{EFCE21EE-10DC-4503-9FD7-8D2960C780CB}"/>
          </ac:spMkLst>
        </pc:spChg>
      </pc:sldChg>
      <pc:sldChg chg="modSp">
        <pc:chgData name="ERICK DAMIAN CRIOLLO O�A" userId="S::edcriollo1@espe.edu.ec::6dcbe2a5-cfdc-4b63-9481-50760e65cace" providerId="AD" clId="Web-{C0782EC9-4295-A7AD-CF45-1A11FE3BA8F8}" dt="2025-02-12T15:53:24.633" v="397" actId="20577"/>
        <pc:sldMkLst>
          <pc:docMk/>
          <pc:sldMk cId="2863564287" sldId="400"/>
        </pc:sldMkLst>
        <pc:spChg chg="mod">
          <ac:chgData name="ERICK DAMIAN CRIOLLO O�A" userId="S::edcriollo1@espe.edu.ec::6dcbe2a5-cfdc-4b63-9481-50760e65cace" providerId="AD" clId="Web-{C0782EC9-4295-A7AD-CF45-1A11FE3BA8F8}" dt="2025-02-12T15:53:24.633" v="397" actId="20577"/>
          <ac:spMkLst>
            <pc:docMk/>
            <pc:sldMk cId="2863564287" sldId="400"/>
            <ac:spMk id="5" creationId="{5BC9DBCC-10EF-3B63-C781-A24DD07C7096}"/>
          </ac:spMkLst>
        </pc:spChg>
      </pc:sldChg>
      <pc:sldChg chg="modSp">
        <pc:chgData name="ERICK DAMIAN CRIOLLO O�A" userId="S::edcriollo1@espe.edu.ec::6dcbe2a5-cfdc-4b63-9481-50760e65cace" providerId="AD" clId="Web-{C0782EC9-4295-A7AD-CF45-1A11FE3BA8F8}" dt="2025-02-12T15:53:22.524" v="396" actId="20577"/>
        <pc:sldMkLst>
          <pc:docMk/>
          <pc:sldMk cId="3425755587" sldId="401"/>
        </pc:sldMkLst>
        <pc:spChg chg="mod">
          <ac:chgData name="ERICK DAMIAN CRIOLLO O�A" userId="S::edcriollo1@espe.edu.ec::6dcbe2a5-cfdc-4b63-9481-50760e65cace" providerId="AD" clId="Web-{C0782EC9-4295-A7AD-CF45-1A11FE3BA8F8}" dt="2025-02-12T15:53:22.524" v="396" actId="20577"/>
          <ac:spMkLst>
            <pc:docMk/>
            <pc:sldMk cId="3425755587" sldId="401"/>
            <ac:spMk id="5" creationId="{CDBBABDD-936E-683F-D6F0-457C353BF933}"/>
          </ac:spMkLst>
        </pc:spChg>
      </pc:sldChg>
      <pc:sldChg chg="modSp">
        <pc:chgData name="ERICK DAMIAN CRIOLLO O�A" userId="S::edcriollo1@espe.edu.ec::6dcbe2a5-cfdc-4b63-9481-50760e65cace" providerId="AD" clId="Web-{C0782EC9-4295-A7AD-CF45-1A11FE3BA8F8}" dt="2025-02-12T15:53:20.602" v="395" actId="20577"/>
        <pc:sldMkLst>
          <pc:docMk/>
          <pc:sldMk cId="802791543" sldId="402"/>
        </pc:sldMkLst>
        <pc:spChg chg="mod">
          <ac:chgData name="ERICK DAMIAN CRIOLLO O�A" userId="S::edcriollo1@espe.edu.ec::6dcbe2a5-cfdc-4b63-9481-50760e65cace" providerId="AD" clId="Web-{C0782EC9-4295-A7AD-CF45-1A11FE3BA8F8}" dt="2025-02-12T15:53:20.602" v="395" actId="20577"/>
          <ac:spMkLst>
            <pc:docMk/>
            <pc:sldMk cId="802791543" sldId="402"/>
            <ac:spMk id="5" creationId="{28A1EFDC-4B60-11DD-59AF-1F198A27EBF1}"/>
          </ac:spMkLst>
        </pc:spChg>
      </pc:sldChg>
      <pc:sldChg chg="modSp">
        <pc:chgData name="ERICK DAMIAN CRIOLLO O�A" userId="S::edcriollo1@espe.edu.ec::6dcbe2a5-cfdc-4b63-9481-50760e65cace" providerId="AD" clId="Web-{C0782EC9-4295-A7AD-CF45-1A11FE3BA8F8}" dt="2025-02-12T15:53:13.711" v="392" actId="20577"/>
        <pc:sldMkLst>
          <pc:docMk/>
          <pc:sldMk cId="3721541314" sldId="403"/>
        </pc:sldMkLst>
        <pc:spChg chg="mod">
          <ac:chgData name="ERICK DAMIAN CRIOLLO O�A" userId="S::edcriollo1@espe.edu.ec::6dcbe2a5-cfdc-4b63-9481-50760e65cace" providerId="AD" clId="Web-{C0782EC9-4295-A7AD-CF45-1A11FE3BA8F8}" dt="2025-02-12T15:53:13.711" v="392" actId="20577"/>
          <ac:spMkLst>
            <pc:docMk/>
            <pc:sldMk cId="3721541314" sldId="403"/>
            <ac:spMk id="5" creationId="{AFE43123-FAEA-27B1-5321-74DEDCD3FFC0}"/>
          </ac:spMkLst>
        </pc:spChg>
      </pc:sldChg>
      <pc:sldChg chg="modSp">
        <pc:chgData name="ERICK DAMIAN CRIOLLO O�A" userId="S::edcriollo1@espe.edu.ec::6dcbe2a5-cfdc-4b63-9481-50760e65cace" providerId="AD" clId="Web-{C0782EC9-4295-A7AD-CF45-1A11FE3BA8F8}" dt="2025-02-12T15:53:19.930" v="394" actId="20577"/>
        <pc:sldMkLst>
          <pc:docMk/>
          <pc:sldMk cId="3587740314" sldId="404"/>
        </pc:sldMkLst>
        <pc:spChg chg="mod">
          <ac:chgData name="ERICK DAMIAN CRIOLLO O�A" userId="S::edcriollo1@espe.edu.ec::6dcbe2a5-cfdc-4b63-9481-50760e65cace" providerId="AD" clId="Web-{C0782EC9-4295-A7AD-CF45-1A11FE3BA8F8}" dt="2025-02-12T15:53:19.930" v="394" actId="20577"/>
          <ac:spMkLst>
            <pc:docMk/>
            <pc:sldMk cId="3587740314" sldId="404"/>
            <ac:spMk id="5" creationId="{4C278EE8-1878-E414-0A00-AAD694963941}"/>
          </ac:spMkLst>
        </pc:spChg>
      </pc:sldChg>
      <pc:sldChg chg="modSp">
        <pc:chgData name="ERICK DAMIAN CRIOLLO O�A" userId="S::edcriollo1@espe.edu.ec::6dcbe2a5-cfdc-4b63-9481-50760e65cace" providerId="AD" clId="Web-{C0782EC9-4295-A7AD-CF45-1A11FE3BA8F8}" dt="2025-02-12T15:53:15.008" v="393" actId="20577"/>
        <pc:sldMkLst>
          <pc:docMk/>
          <pc:sldMk cId="1220274348" sldId="405"/>
        </pc:sldMkLst>
        <pc:spChg chg="mod">
          <ac:chgData name="ERICK DAMIAN CRIOLLO O�A" userId="S::edcriollo1@espe.edu.ec::6dcbe2a5-cfdc-4b63-9481-50760e65cace" providerId="AD" clId="Web-{C0782EC9-4295-A7AD-CF45-1A11FE3BA8F8}" dt="2025-02-12T15:53:15.008" v="393" actId="20577"/>
          <ac:spMkLst>
            <pc:docMk/>
            <pc:sldMk cId="1220274348" sldId="405"/>
            <ac:spMk id="5" creationId="{4A30FC53-9B2E-FED3-0058-F727599BEC23}"/>
          </ac:spMkLst>
        </pc:spChg>
      </pc:sldChg>
      <pc:sldChg chg="modSp">
        <pc:chgData name="ERICK DAMIAN CRIOLLO O�A" userId="S::edcriollo1@espe.edu.ec::6dcbe2a5-cfdc-4b63-9481-50760e65cace" providerId="AD" clId="Web-{C0782EC9-4295-A7AD-CF45-1A11FE3BA8F8}" dt="2025-02-12T15:53:10.180" v="391" actId="20577"/>
        <pc:sldMkLst>
          <pc:docMk/>
          <pc:sldMk cId="1582433248" sldId="406"/>
        </pc:sldMkLst>
        <pc:spChg chg="mod">
          <ac:chgData name="ERICK DAMIAN CRIOLLO O�A" userId="S::edcriollo1@espe.edu.ec::6dcbe2a5-cfdc-4b63-9481-50760e65cace" providerId="AD" clId="Web-{C0782EC9-4295-A7AD-CF45-1A11FE3BA8F8}" dt="2025-02-12T15:53:10.180" v="391" actId="20577"/>
          <ac:spMkLst>
            <pc:docMk/>
            <pc:sldMk cId="1582433248" sldId="406"/>
            <ac:spMk id="5" creationId="{A9D53AF6-ADBE-6718-1690-773AC0748EBF}"/>
          </ac:spMkLst>
        </pc:spChg>
      </pc:sldChg>
      <pc:sldChg chg="modSp">
        <pc:chgData name="ERICK DAMIAN CRIOLLO O�A" userId="S::edcriollo1@espe.edu.ec::6dcbe2a5-cfdc-4b63-9481-50760e65cace" providerId="AD" clId="Web-{C0782EC9-4295-A7AD-CF45-1A11FE3BA8F8}" dt="2025-02-12T15:53:07.883" v="390" actId="20577"/>
        <pc:sldMkLst>
          <pc:docMk/>
          <pc:sldMk cId="3825807639" sldId="407"/>
        </pc:sldMkLst>
        <pc:spChg chg="mod">
          <ac:chgData name="ERICK DAMIAN CRIOLLO O�A" userId="S::edcriollo1@espe.edu.ec::6dcbe2a5-cfdc-4b63-9481-50760e65cace" providerId="AD" clId="Web-{C0782EC9-4295-A7AD-CF45-1A11FE3BA8F8}" dt="2025-02-12T15:53:07.883" v="390" actId="20577"/>
          <ac:spMkLst>
            <pc:docMk/>
            <pc:sldMk cId="3825807639" sldId="407"/>
            <ac:spMk id="5" creationId="{720DA872-149C-7FC9-44B5-41667BFB2C89}"/>
          </ac:spMkLst>
        </pc:spChg>
      </pc:sldChg>
      <pc:sldChg chg="modSp">
        <pc:chgData name="ERICK DAMIAN CRIOLLO O�A" userId="S::edcriollo1@espe.edu.ec::6dcbe2a5-cfdc-4b63-9481-50760e65cace" providerId="AD" clId="Web-{C0782EC9-4295-A7AD-CF45-1A11FE3BA8F8}" dt="2025-02-12T15:52:28.163" v="379" actId="20577"/>
        <pc:sldMkLst>
          <pc:docMk/>
          <pc:sldMk cId="62734654" sldId="408"/>
        </pc:sldMkLst>
        <pc:spChg chg="mod">
          <ac:chgData name="ERICK DAMIAN CRIOLLO O�A" userId="S::edcriollo1@espe.edu.ec::6dcbe2a5-cfdc-4b63-9481-50760e65cace" providerId="AD" clId="Web-{C0782EC9-4295-A7AD-CF45-1A11FE3BA8F8}" dt="2025-02-12T15:52:28.163" v="379" actId="20577"/>
          <ac:spMkLst>
            <pc:docMk/>
            <pc:sldMk cId="62734654" sldId="408"/>
            <ac:spMk id="5" creationId="{DFEC2663-5C82-A806-2CE7-828208FBE2EA}"/>
          </ac:spMkLst>
        </pc:spChg>
      </pc:sldChg>
      <pc:sldChg chg="modSp">
        <pc:chgData name="ERICK DAMIAN CRIOLLO O�A" userId="S::edcriollo1@espe.edu.ec::6dcbe2a5-cfdc-4b63-9481-50760e65cace" providerId="AD" clId="Web-{C0782EC9-4295-A7AD-CF45-1A11FE3BA8F8}" dt="2025-02-12T15:52:35.413" v="380" actId="20577"/>
        <pc:sldMkLst>
          <pc:docMk/>
          <pc:sldMk cId="2266903959" sldId="409"/>
        </pc:sldMkLst>
        <pc:spChg chg="mod">
          <ac:chgData name="ERICK DAMIAN CRIOLLO O�A" userId="S::edcriollo1@espe.edu.ec::6dcbe2a5-cfdc-4b63-9481-50760e65cace" providerId="AD" clId="Web-{C0782EC9-4295-A7AD-CF45-1A11FE3BA8F8}" dt="2025-02-12T15:52:35.413" v="380" actId="20577"/>
          <ac:spMkLst>
            <pc:docMk/>
            <pc:sldMk cId="2266903959" sldId="409"/>
            <ac:spMk id="5" creationId="{C445FB13-284A-8A9C-BEDD-824D360EEADF}"/>
          </ac:spMkLst>
        </pc:spChg>
      </pc:sldChg>
      <pc:sldChg chg="modSp">
        <pc:chgData name="ERICK DAMIAN CRIOLLO O�A" userId="S::edcriollo1@espe.edu.ec::6dcbe2a5-cfdc-4b63-9481-50760e65cace" providerId="AD" clId="Web-{C0782EC9-4295-A7AD-CF45-1A11FE3BA8F8}" dt="2025-02-12T15:52:40.085" v="381" actId="20577"/>
        <pc:sldMkLst>
          <pc:docMk/>
          <pc:sldMk cId="1581819276" sldId="410"/>
        </pc:sldMkLst>
        <pc:spChg chg="mod">
          <ac:chgData name="ERICK DAMIAN CRIOLLO O�A" userId="S::edcriollo1@espe.edu.ec::6dcbe2a5-cfdc-4b63-9481-50760e65cace" providerId="AD" clId="Web-{C0782EC9-4295-A7AD-CF45-1A11FE3BA8F8}" dt="2025-02-12T15:52:40.085" v="381" actId="20577"/>
          <ac:spMkLst>
            <pc:docMk/>
            <pc:sldMk cId="1581819276" sldId="410"/>
            <ac:spMk id="5" creationId="{9445E2F8-1A98-9D41-5625-491965EC4DDA}"/>
          </ac:spMkLst>
        </pc:spChg>
      </pc:sldChg>
      <pc:sldChg chg="modSp">
        <pc:chgData name="ERICK DAMIAN CRIOLLO O�A" userId="S::edcriollo1@espe.edu.ec::6dcbe2a5-cfdc-4b63-9481-50760e65cace" providerId="AD" clId="Web-{C0782EC9-4295-A7AD-CF45-1A11FE3BA8F8}" dt="2025-02-12T15:52:42.054" v="382" actId="20577"/>
        <pc:sldMkLst>
          <pc:docMk/>
          <pc:sldMk cId="556504822" sldId="411"/>
        </pc:sldMkLst>
        <pc:spChg chg="mod">
          <ac:chgData name="ERICK DAMIAN CRIOLLO O�A" userId="S::edcriollo1@espe.edu.ec::6dcbe2a5-cfdc-4b63-9481-50760e65cace" providerId="AD" clId="Web-{C0782EC9-4295-A7AD-CF45-1A11FE3BA8F8}" dt="2025-02-12T15:52:42.054" v="382" actId="20577"/>
          <ac:spMkLst>
            <pc:docMk/>
            <pc:sldMk cId="556504822" sldId="411"/>
            <ac:spMk id="5" creationId="{C18A7C37-8CE5-CFFD-52DE-9480F34F8469}"/>
          </ac:spMkLst>
        </pc:spChg>
      </pc:sldChg>
      <pc:sldChg chg="modSp">
        <pc:chgData name="ERICK DAMIAN CRIOLLO O�A" userId="S::edcriollo1@espe.edu.ec::6dcbe2a5-cfdc-4b63-9481-50760e65cace" providerId="AD" clId="Web-{C0782EC9-4295-A7AD-CF45-1A11FE3BA8F8}" dt="2025-02-12T15:52:47.507" v="383" actId="20577"/>
        <pc:sldMkLst>
          <pc:docMk/>
          <pc:sldMk cId="841339391" sldId="414"/>
        </pc:sldMkLst>
        <pc:spChg chg="mod">
          <ac:chgData name="ERICK DAMIAN CRIOLLO O�A" userId="S::edcriollo1@espe.edu.ec::6dcbe2a5-cfdc-4b63-9481-50760e65cace" providerId="AD" clId="Web-{C0782EC9-4295-A7AD-CF45-1A11FE3BA8F8}" dt="2025-02-12T15:52:47.507" v="383" actId="20577"/>
          <ac:spMkLst>
            <pc:docMk/>
            <pc:sldMk cId="841339391" sldId="414"/>
            <ac:spMk id="5" creationId="{8AE695EE-95BC-D44B-1CF6-493E9E87B07F}"/>
          </ac:spMkLst>
        </pc:spChg>
      </pc:sldChg>
      <pc:sldChg chg="modSp">
        <pc:chgData name="ERICK DAMIAN CRIOLLO O�A" userId="S::edcriollo1@espe.edu.ec::6dcbe2a5-cfdc-4b63-9481-50760e65cace" providerId="AD" clId="Web-{C0782EC9-4295-A7AD-CF45-1A11FE3BA8F8}" dt="2025-02-12T15:52:50.523" v="384" actId="20577"/>
        <pc:sldMkLst>
          <pc:docMk/>
          <pc:sldMk cId="4146553" sldId="418"/>
        </pc:sldMkLst>
        <pc:spChg chg="mod">
          <ac:chgData name="ERICK DAMIAN CRIOLLO O�A" userId="S::edcriollo1@espe.edu.ec::6dcbe2a5-cfdc-4b63-9481-50760e65cace" providerId="AD" clId="Web-{C0782EC9-4295-A7AD-CF45-1A11FE3BA8F8}" dt="2025-02-12T15:52:50.523" v="384" actId="20577"/>
          <ac:spMkLst>
            <pc:docMk/>
            <pc:sldMk cId="4146553" sldId="418"/>
            <ac:spMk id="5" creationId="{277981C1-62A5-0336-25A1-5E2B0759C3ED}"/>
          </ac:spMkLst>
        </pc:spChg>
      </pc:sldChg>
      <pc:sldChg chg="modSp">
        <pc:chgData name="ERICK DAMIAN CRIOLLO O�A" userId="S::edcriollo1@espe.edu.ec::6dcbe2a5-cfdc-4b63-9481-50760e65cace" providerId="AD" clId="Web-{C0782EC9-4295-A7AD-CF45-1A11FE3BA8F8}" dt="2025-02-12T15:52:53.789" v="385" actId="20577"/>
        <pc:sldMkLst>
          <pc:docMk/>
          <pc:sldMk cId="4168343659" sldId="419"/>
        </pc:sldMkLst>
        <pc:spChg chg="mod">
          <ac:chgData name="ERICK DAMIAN CRIOLLO O�A" userId="S::edcriollo1@espe.edu.ec::6dcbe2a5-cfdc-4b63-9481-50760e65cace" providerId="AD" clId="Web-{C0782EC9-4295-A7AD-CF45-1A11FE3BA8F8}" dt="2025-02-12T15:52:53.789" v="385" actId="20577"/>
          <ac:spMkLst>
            <pc:docMk/>
            <pc:sldMk cId="4168343659" sldId="419"/>
            <ac:spMk id="5" creationId="{E31463E1-C062-827E-00C5-AA18B581EF7E}"/>
          </ac:spMkLst>
        </pc:spChg>
      </pc:sldChg>
      <pc:sldChg chg="modSp">
        <pc:chgData name="ERICK DAMIAN CRIOLLO O�A" userId="S::edcriollo1@espe.edu.ec::6dcbe2a5-cfdc-4b63-9481-50760e65cace" providerId="AD" clId="Web-{C0782EC9-4295-A7AD-CF45-1A11FE3BA8F8}" dt="2025-02-12T15:52:55.320" v="386" actId="20577"/>
        <pc:sldMkLst>
          <pc:docMk/>
          <pc:sldMk cId="2870809551" sldId="420"/>
        </pc:sldMkLst>
        <pc:spChg chg="mod">
          <ac:chgData name="ERICK DAMIAN CRIOLLO O�A" userId="S::edcriollo1@espe.edu.ec::6dcbe2a5-cfdc-4b63-9481-50760e65cace" providerId="AD" clId="Web-{C0782EC9-4295-A7AD-CF45-1A11FE3BA8F8}" dt="2025-02-12T15:52:55.320" v="386" actId="20577"/>
          <ac:spMkLst>
            <pc:docMk/>
            <pc:sldMk cId="2870809551" sldId="420"/>
            <ac:spMk id="5" creationId="{0C0D05AA-02D3-31F0-1AC3-BF19984623FB}"/>
          </ac:spMkLst>
        </pc:spChg>
      </pc:sldChg>
      <pc:sldChg chg="modSp">
        <pc:chgData name="ERICK DAMIAN CRIOLLO O�A" userId="S::edcriollo1@espe.edu.ec::6dcbe2a5-cfdc-4b63-9481-50760e65cace" providerId="AD" clId="Web-{C0782EC9-4295-A7AD-CF45-1A11FE3BA8F8}" dt="2025-02-12T15:52:59.445" v="387" actId="20577"/>
        <pc:sldMkLst>
          <pc:docMk/>
          <pc:sldMk cId="4258066461" sldId="421"/>
        </pc:sldMkLst>
        <pc:spChg chg="mod">
          <ac:chgData name="ERICK DAMIAN CRIOLLO O�A" userId="S::edcriollo1@espe.edu.ec::6dcbe2a5-cfdc-4b63-9481-50760e65cace" providerId="AD" clId="Web-{C0782EC9-4295-A7AD-CF45-1A11FE3BA8F8}" dt="2025-02-12T15:52:59.445" v="387" actId="20577"/>
          <ac:spMkLst>
            <pc:docMk/>
            <pc:sldMk cId="4258066461" sldId="421"/>
            <ac:spMk id="5" creationId="{36399704-B809-FF14-3495-77D90A4D572E}"/>
          </ac:spMkLst>
        </pc:spChg>
      </pc:sldChg>
      <pc:sldChg chg="modSp">
        <pc:chgData name="ERICK DAMIAN CRIOLLO O�A" userId="S::edcriollo1@espe.edu.ec::6dcbe2a5-cfdc-4b63-9481-50760e65cace" providerId="AD" clId="Web-{C0782EC9-4295-A7AD-CF45-1A11FE3BA8F8}" dt="2025-02-12T15:53:03.055" v="388" actId="20577"/>
        <pc:sldMkLst>
          <pc:docMk/>
          <pc:sldMk cId="1551024997" sldId="422"/>
        </pc:sldMkLst>
        <pc:spChg chg="mod">
          <ac:chgData name="ERICK DAMIAN CRIOLLO O�A" userId="S::edcriollo1@espe.edu.ec::6dcbe2a5-cfdc-4b63-9481-50760e65cace" providerId="AD" clId="Web-{C0782EC9-4295-A7AD-CF45-1A11FE3BA8F8}" dt="2025-02-12T15:53:03.055" v="388" actId="20577"/>
          <ac:spMkLst>
            <pc:docMk/>
            <pc:sldMk cId="1551024997" sldId="422"/>
            <ac:spMk id="5" creationId="{5BE09715-A9D0-6997-EA50-1974EF1054F1}"/>
          </ac:spMkLst>
        </pc:spChg>
      </pc:sldChg>
      <pc:sldChg chg="addSp delSp modSp">
        <pc:chgData name="ERICK DAMIAN CRIOLLO O�A" userId="S::edcriollo1@espe.edu.ec::6dcbe2a5-cfdc-4b63-9481-50760e65cace" providerId="AD" clId="Web-{C0782EC9-4295-A7AD-CF45-1A11FE3BA8F8}" dt="2025-02-12T15:51:11.177" v="353" actId="20577"/>
        <pc:sldMkLst>
          <pc:docMk/>
          <pc:sldMk cId="3318835274" sldId="424"/>
        </pc:sldMkLst>
        <pc:spChg chg="mod">
          <ac:chgData name="ERICK DAMIAN CRIOLLO O�A" userId="S::edcriollo1@espe.edu.ec::6dcbe2a5-cfdc-4b63-9481-50760e65cace" providerId="AD" clId="Web-{C0782EC9-4295-A7AD-CF45-1A11FE3BA8F8}" dt="2025-02-12T15:46:33.358" v="200" actId="20577"/>
          <ac:spMkLst>
            <pc:docMk/>
            <pc:sldMk cId="3318835274" sldId="424"/>
            <ac:spMk id="3" creationId="{6D4E50EE-1A31-B8D0-2823-31C359D605D9}"/>
          </ac:spMkLst>
        </pc:spChg>
        <pc:spChg chg="mod">
          <ac:chgData name="ERICK DAMIAN CRIOLLO O�A" userId="S::edcriollo1@espe.edu.ec::6dcbe2a5-cfdc-4b63-9481-50760e65cace" providerId="AD" clId="Web-{C0782EC9-4295-A7AD-CF45-1A11FE3BA8F8}" dt="2025-02-12T15:51:11.177" v="353" actId="20577"/>
          <ac:spMkLst>
            <pc:docMk/>
            <pc:sldMk cId="3318835274" sldId="424"/>
            <ac:spMk id="5" creationId="{B67F55DC-1699-42DE-73FA-B2EC65EA03CC}"/>
          </ac:spMkLst>
        </pc:spChg>
        <pc:picChg chg="del">
          <ac:chgData name="ERICK DAMIAN CRIOLLO O�A" userId="S::edcriollo1@espe.edu.ec::6dcbe2a5-cfdc-4b63-9481-50760e65cace" providerId="AD" clId="Web-{C0782EC9-4295-A7AD-CF45-1A11FE3BA8F8}" dt="2025-02-12T15:46:33.702" v="201"/>
          <ac:picMkLst>
            <pc:docMk/>
            <pc:sldMk cId="3318835274" sldId="424"/>
            <ac:picMk id="4" creationId="{CE977162-76B8-72FD-4DD3-7B434A789CAC}"/>
          </ac:picMkLst>
        </pc:picChg>
        <pc:picChg chg="add mod">
          <ac:chgData name="ERICK DAMIAN CRIOLLO O�A" userId="S::edcriollo1@espe.edu.ec::6dcbe2a5-cfdc-4b63-9481-50760e65cace" providerId="AD" clId="Web-{C0782EC9-4295-A7AD-CF45-1A11FE3BA8F8}" dt="2025-02-12T15:46:39.514" v="205" actId="1076"/>
          <ac:picMkLst>
            <pc:docMk/>
            <pc:sldMk cId="3318835274" sldId="424"/>
            <ac:picMk id="6" creationId="{0F1567EF-6CE2-8B5F-05B3-5EA9DF17274B}"/>
          </ac:picMkLst>
        </pc:picChg>
      </pc:sldChg>
      <pc:sldChg chg="addSp delSp modSp">
        <pc:chgData name="ERICK DAMIAN CRIOLLO O�A" userId="S::edcriollo1@espe.edu.ec::6dcbe2a5-cfdc-4b63-9481-50760e65cace" providerId="AD" clId="Web-{C0782EC9-4295-A7AD-CF45-1A11FE3BA8F8}" dt="2025-02-12T15:51:19.896" v="354" actId="20577"/>
        <pc:sldMkLst>
          <pc:docMk/>
          <pc:sldMk cId="122938167" sldId="425"/>
        </pc:sldMkLst>
        <pc:spChg chg="mod">
          <ac:chgData name="ERICK DAMIAN CRIOLLO O�A" userId="S::edcriollo1@espe.edu.ec::6dcbe2a5-cfdc-4b63-9481-50760e65cace" providerId="AD" clId="Web-{C0782EC9-4295-A7AD-CF45-1A11FE3BA8F8}" dt="2025-02-12T15:51:19.896" v="354" actId="20577"/>
          <ac:spMkLst>
            <pc:docMk/>
            <pc:sldMk cId="122938167" sldId="425"/>
            <ac:spMk id="5" creationId="{3D5D3AA1-735D-7ECA-50AD-896700673319}"/>
          </ac:spMkLst>
        </pc:spChg>
        <pc:picChg chg="add mod">
          <ac:chgData name="ERICK DAMIAN CRIOLLO O�A" userId="S::edcriollo1@espe.edu.ec::6dcbe2a5-cfdc-4b63-9481-50760e65cace" providerId="AD" clId="Web-{C0782EC9-4295-A7AD-CF45-1A11FE3BA8F8}" dt="2025-02-12T15:46:14.233" v="187" actId="1076"/>
          <ac:picMkLst>
            <pc:docMk/>
            <pc:sldMk cId="122938167" sldId="425"/>
            <ac:picMk id="4" creationId="{EB510668-D2BD-7CCD-70E1-F7534A8095A8}"/>
          </ac:picMkLst>
        </pc:picChg>
        <pc:picChg chg="del">
          <ac:chgData name="ERICK DAMIAN CRIOLLO O�A" userId="S::edcriollo1@espe.edu.ec::6dcbe2a5-cfdc-4b63-9481-50760e65cace" providerId="AD" clId="Web-{C0782EC9-4295-A7AD-CF45-1A11FE3BA8F8}" dt="2025-02-12T15:46:05.998" v="183"/>
          <ac:picMkLst>
            <pc:docMk/>
            <pc:sldMk cId="122938167" sldId="425"/>
            <ac:picMk id="6" creationId="{4F695F7B-38D9-1BB5-C97D-B52DD2CF0996}"/>
          </ac:picMkLst>
        </pc:picChg>
      </pc:sldChg>
      <pc:sldChg chg="addSp delSp modSp">
        <pc:chgData name="ERICK DAMIAN CRIOLLO O�A" userId="S::edcriollo1@espe.edu.ec::6dcbe2a5-cfdc-4b63-9481-50760e65cace" providerId="AD" clId="Web-{C0782EC9-4295-A7AD-CF45-1A11FE3BA8F8}" dt="2025-02-12T15:51:28.474" v="357" actId="20577"/>
        <pc:sldMkLst>
          <pc:docMk/>
          <pc:sldMk cId="2351289054" sldId="426"/>
        </pc:sldMkLst>
        <pc:spChg chg="mod">
          <ac:chgData name="ERICK DAMIAN CRIOLLO O�A" userId="S::edcriollo1@espe.edu.ec::6dcbe2a5-cfdc-4b63-9481-50760e65cace" providerId="AD" clId="Web-{C0782EC9-4295-A7AD-CF45-1A11FE3BA8F8}" dt="2025-02-12T15:45:15.841" v="161" actId="20577"/>
          <ac:spMkLst>
            <pc:docMk/>
            <pc:sldMk cId="2351289054" sldId="426"/>
            <ac:spMk id="3" creationId="{810A7E5E-48B0-4C4C-A29B-DF4AADFD3A4B}"/>
          </ac:spMkLst>
        </pc:spChg>
        <pc:spChg chg="mod">
          <ac:chgData name="ERICK DAMIAN CRIOLLO O�A" userId="S::edcriollo1@espe.edu.ec::6dcbe2a5-cfdc-4b63-9481-50760e65cace" providerId="AD" clId="Web-{C0782EC9-4295-A7AD-CF45-1A11FE3BA8F8}" dt="2025-02-12T15:51:28.474" v="357" actId="20577"/>
          <ac:spMkLst>
            <pc:docMk/>
            <pc:sldMk cId="2351289054" sldId="426"/>
            <ac:spMk id="5" creationId="{5EB8EB34-10A1-EC08-86EE-8F978EB7499E}"/>
          </ac:spMkLst>
        </pc:spChg>
        <pc:picChg chg="del">
          <ac:chgData name="ERICK DAMIAN CRIOLLO O�A" userId="S::edcriollo1@espe.edu.ec::6dcbe2a5-cfdc-4b63-9481-50760e65cace" providerId="AD" clId="Web-{C0782EC9-4295-A7AD-CF45-1A11FE3BA8F8}" dt="2025-02-12T15:45:05.137" v="156"/>
          <ac:picMkLst>
            <pc:docMk/>
            <pc:sldMk cId="2351289054" sldId="426"/>
            <ac:picMk id="4" creationId="{34F1E86C-3DFE-5F0E-334E-77A28C30BC97}"/>
          </ac:picMkLst>
        </pc:picChg>
        <pc:picChg chg="add mod">
          <ac:chgData name="ERICK DAMIAN CRIOLLO O�A" userId="S::edcriollo1@espe.edu.ec::6dcbe2a5-cfdc-4b63-9481-50760e65cace" providerId="AD" clId="Web-{C0782EC9-4295-A7AD-CF45-1A11FE3BA8F8}" dt="2025-02-12T15:45:09.075" v="158" actId="1076"/>
          <ac:picMkLst>
            <pc:docMk/>
            <pc:sldMk cId="2351289054" sldId="426"/>
            <ac:picMk id="6" creationId="{320CBF60-0C24-A366-EF81-914A7A9EDA58}"/>
          </ac:picMkLst>
        </pc:picChg>
      </pc:sldChg>
      <pc:sldChg chg="addSp delSp modSp">
        <pc:chgData name="ERICK DAMIAN CRIOLLO O�A" userId="S::edcriollo1@espe.edu.ec::6dcbe2a5-cfdc-4b63-9481-50760e65cace" providerId="AD" clId="Web-{C0782EC9-4295-A7AD-CF45-1A11FE3BA8F8}" dt="2025-02-12T15:51:36.412" v="360" actId="20577"/>
        <pc:sldMkLst>
          <pc:docMk/>
          <pc:sldMk cId="1801549884" sldId="427"/>
        </pc:sldMkLst>
        <pc:spChg chg="mod">
          <ac:chgData name="ERICK DAMIAN CRIOLLO O�A" userId="S::edcriollo1@espe.edu.ec::6dcbe2a5-cfdc-4b63-9481-50760e65cace" providerId="AD" clId="Web-{C0782EC9-4295-A7AD-CF45-1A11FE3BA8F8}" dt="2025-02-12T15:44:32.605" v="136" actId="20577"/>
          <ac:spMkLst>
            <pc:docMk/>
            <pc:sldMk cId="1801549884" sldId="427"/>
            <ac:spMk id="3" creationId="{3F952563-898C-026B-D1B7-98D08B78A926}"/>
          </ac:spMkLst>
        </pc:spChg>
        <pc:spChg chg="mod">
          <ac:chgData name="ERICK DAMIAN CRIOLLO O�A" userId="S::edcriollo1@espe.edu.ec::6dcbe2a5-cfdc-4b63-9481-50760e65cace" providerId="AD" clId="Web-{C0782EC9-4295-A7AD-CF45-1A11FE3BA8F8}" dt="2025-02-12T15:51:36.412" v="360" actId="20577"/>
          <ac:spMkLst>
            <pc:docMk/>
            <pc:sldMk cId="1801549884" sldId="427"/>
            <ac:spMk id="5" creationId="{E39E33C6-87DA-0131-22BF-40FE368EC691}"/>
          </ac:spMkLst>
        </pc:spChg>
        <pc:picChg chg="del">
          <ac:chgData name="ERICK DAMIAN CRIOLLO O�A" userId="S::edcriollo1@espe.edu.ec::6dcbe2a5-cfdc-4b63-9481-50760e65cace" providerId="AD" clId="Web-{C0782EC9-4295-A7AD-CF45-1A11FE3BA8F8}" dt="2025-02-12T15:44:33.621" v="137"/>
          <ac:picMkLst>
            <pc:docMk/>
            <pc:sldMk cId="1801549884" sldId="427"/>
            <ac:picMk id="4" creationId="{87E642E5-AE26-44CB-0428-483CB40FB4B5}"/>
          </ac:picMkLst>
        </pc:picChg>
        <pc:picChg chg="add mod">
          <ac:chgData name="ERICK DAMIAN CRIOLLO O�A" userId="S::edcriollo1@espe.edu.ec::6dcbe2a5-cfdc-4b63-9481-50760e65cace" providerId="AD" clId="Web-{C0782EC9-4295-A7AD-CF45-1A11FE3BA8F8}" dt="2025-02-12T15:44:36.496" v="139" actId="1076"/>
          <ac:picMkLst>
            <pc:docMk/>
            <pc:sldMk cId="1801549884" sldId="427"/>
            <ac:picMk id="6" creationId="{2F855A12-7C95-0F9A-AB6B-608EF28B3E8D}"/>
          </ac:picMkLst>
        </pc:picChg>
      </pc:sldChg>
      <pc:sldChg chg="addSp delSp modSp">
        <pc:chgData name="ERICK DAMIAN CRIOLLO O�A" userId="S::edcriollo1@espe.edu.ec::6dcbe2a5-cfdc-4b63-9481-50760e65cace" providerId="AD" clId="Web-{C0782EC9-4295-A7AD-CF45-1A11FE3BA8F8}" dt="2025-02-12T15:51:51.022" v="366" actId="20577"/>
        <pc:sldMkLst>
          <pc:docMk/>
          <pc:sldMk cId="1297926102" sldId="428"/>
        </pc:sldMkLst>
        <pc:spChg chg="mod">
          <ac:chgData name="ERICK DAMIAN CRIOLLO O�A" userId="S::edcriollo1@espe.edu.ec::6dcbe2a5-cfdc-4b63-9481-50760e65cace" providerId="AD" clId="Web-{C0782EC9-4295-A7AD-CF45-1A11FE3BA8F8}" dt="2025-02-12T15:51:51.022" v="366" actId="20577"/>
          <ac:spMkLst>
            <pc:docMk/>
            <pc:sldMk cId="1297926102" sldId="428"/>
            <ac:spMk id="5" creationId="{8344E438-4DD9-49DF-4D3C-129BD0C79A8E}"/>
          </ac:spMkLst>
        </pc:spChg>
        <pc:picChg chg="add mod">
          <ac:chgData name="ERICK DAMIAN CRIOLLO O�A" userId="S::edcriollo1@espe.edu.ec::6dcbe2a5-cfdc-4b63-9481-50760e65cace" providerId="AD" clId="Web-{C0782EC9-4295-A7AD-CF45-1A11FE3BA8F8}" dt="2025-02-12T15:41:46.008" v="84" actId="1076"/>
          <ac:picMkLst>
            <pc:docMk/>
            <pc:sldMk cId="1297926102" sldId="428"/>
            <ac:picMk id="4" creationId="{6C144267-63CD-9E67-0853-EE9FC8FA7E85}"/>
          </ac:picMkLst>
        </pc:picChg>
        <pc:picChg chg="del">
          <ac:chgData name="ERICK DAMIAN CRIOLLO O�A" userId="S::edcriollo1@espe.edu.ec::6dcbe2a5-cfdc-4b63-9481-50760e65cace" providerId="AD" clId="Web-{C0782EC9-4295-A7AD-CF45-1A11FE3BA8F8}" dt="2025-02-12T15:41:37.476" v="82"/>
          <ac:picMkLst>
            <pc:docMk/>
            <pc:sldMk cId="1297926102" sldId="428"/>
            <ac:picMk id="6" creationId="{92A75FAE-EE25-2E5C-3DB9-AD64AFF68497}"/>
          </ac:picMkLst>
        </pc:picChg>
      </pc:sldChg>
      <pc:sldChg chg="addSp delSp modSp">
        <pc:chgData name="ERICK DAMIAN CRIOLLO O�A" userId="S::edcriollo1@espe.edu.ec::6dcbe2a5-cfdc-4b63-9481-50760e65cace" providerId="AD" clId="Web-{C0782EC9-4295-A7AD-CF45-1A11FE3BA8F8}" dt="2025-02-12T15:52:08.007" v="373" actId="20577"/>
        <pc:sldMkLst>
          <pc:docMk/>
          <pc:sldMk cId="1488497654" sldId="429"/>
        </pc:sldMkLst>
        <pc:spChg chg="mod">
          <ac:chgData name="ERICK DAMIAN CRIOLLO O�A" userId="S::edcriollo1@espe.edu.ec::6dcbe2a5-cfdc-4b63-9481-50760e65cace" providerId="AD" clId="Web-{C0782EC9-4295-A7AD-CF45-1A11FE3BA8F8}" dt="2025-02-12T15:52:08.007" v="373" actId="20577"/>
          <ac:spMkLst>
            <pc:docMk/>
            <pc:sldMk cId="1488497654" sldId="429"/>
            <ac:spMk id="5" creationId="{DD5244BB-0DA4-83BF-2C23-0014F7C742B5}"/>
          </ac:spMkLst>
        </pc:spChg>
        <pc:picChg chg="add mod">
          <ac:chgData name="ERICK DAMIAN CRIOLLO O�A" userId="S::edcriollo1@espe.edu.ec::6dcbe2a5-cfdc-4b63-9481-50760e65cace" providerId="AD" clId="Web-{C0782EC9-4295-A7AD-CF45-1A11FE3BA8F8}" dt="2025-02-12T14:32:05.092" v="11" actId="1076"/>
          <ac:picMkLst>
            <pc:docMk/>
            <pc:sldMk cId="1488497654" sldId="429"/>
            <ac:picMk id="4" creationId="{5372F371-6541-76BE-22A5-5389E4D61D85}"/>
          </ac:picMkLst>
        </pc:picChg>
        <pc:picChg chg="del">
          <ac:chgData name="ERICK DAMIAN CRIOLLO O�A" userId="S::edcriollo1@espe.edu.ec::6dcbe2a5-cfdc-4b63-9481-50760e65cace" providerId="AD" clId="Web-{C0782EC9-4295-A7AD-CF45-1A11FE3BA8F8}" dt="2025-02-12T14:31:59.638" v="7"/>
          <ac:picMkLst>
            <pc:docMk/>
            <pc:sldMk cId="1488497654" sldId="429"/>
            <ac:picMk id="6" creationId="{30490834-9B59-56FB-B6DD-660D1734462F}"/>
          </ac:picMkLst>
        </pc:picChg>
      </pc:sldChg>
      <pc:sldChg chg="addSp delSp modSp">
        <pc:chgData name="ERICK DAMIAN CRIOLLO O�A" userId="S::edcriollo1@espe.edu.ec::6dcbe2a5-cfdc-4b63-9481-50760e65cace" providerId="AD" clId="Web-{C0782EC9-4295-A7AD-CF45-1A11FE3BA8F8}" dt="2025-02-12T15:52:11.975" v="374" actId="20577"/>
        <pc:sldMkLst>
          <pc:docMk/>
          <pc:sldMk cId="955121207" sldId="430"/>
        </pc:sldMkLst>
        <pc:spChg chg="mod">
          <ac:chgData name="ERICK DAMIAN CRIOLLO O�A" userId="S::edcriollo1@espe.edu.ec::6dcbe2a5-cfdc-4b63-9481-50760e65cace" providerId="AD" clId="Web-{C0782EC9-4295-A7AD-CF45-1A11FE3BA8F8}" dt="2025-02-12T15:52:11.975" v="374" actId="20577"/>
          <ac:spMkLst>
            <pc:docMk/>
            <pc:sldMk cId="955121207" sldId="430"/>
            <ac:spMk id="5" creationId="{0F2087D2-E02F-236B-40EE-9051030586C8}"/>
          </ac:spMkLst>
        </pc:spChg>
        <pc:picChg chg="del">
          <ac:chgData name="ERICK DAMIAN CRIOLLO O�A" userId="S::edcriollo1@espe.edu.ec::6dcbe2a5-cfdc-4b63-9481-50760e65cace" providerId="AD" clId="Web-{C0782EC9-4295-A7AD-CF45-1A11FE3BA8F8}" dt="2025-02-12T14:31:45.794" v="4"/>
          <ac:picMkLst>
            <pc:docMk/>
            <pc:sldMk cId="955121207" sldId="430"/>
            <ac:picMk id="4" creationId="{84798BD4-E3C2-256E-00B5-76DC82635DE2}"/>
          </ac:picMkLst>
        </pc:picChg>
        <pc:picChg chg="add mod">
          <ac:chgData name="ERICK DAMIAN CRIOLLO O�A" userId="S::edcriollo1@espe.edu.ec::6dcbe2a5-cfdc-4b63-9481-50760e65cace" providerId="AD" clId="Web-{C0782EC9-4295-A7AD-CF45-1A11FE3BA8F8}" dt="2025-02-12T14:31:48.169" v="6" actId="1076"/>
          <ac:picMkLst>
            <pc:docMk/>
            <pc:sldMk cId="955121207" sldId="430"/>
            <ac:picMk id="6" creationId="{1D2BEC66-CCE4-D207-43EE-2AD1E6691D46}"/>
          </ac:picMkLst>
        </pc:picChg>
      </pc:sldChg>
      <pc:sldChg chg="addSp delSp modSp">
        <pc:chgData name="ERICK DAMIAN CRIOLLO O�A" userId="S::edcriollo1@espe.edu.ec::6dcbe2a5-cfdc-4b63-9481-50760e65cace" providerId="AD" clId="Web-{C0782EC9-4295-A7AD-CF45-1A11FE3BA8F8}" dt="2025-02-12T15:52:14.882" v="375" actId="20577"/>
        <pc:sldMkLst>
          <pc:docMk/>
          <pc:sldMk cId="3442139769" sldId="431"/>
        </pc:sldMkLst>
        <pc:spChg chg="mod">
          <ac:chgData name="ERICK DAMIAN CRIOLLO O�A" userId="S::edcriollo1@espe.edu.ec::6dcbe2a5-cfdc-4b63-9481-50760e65cace" providerId="AD" clId="Web-{C0782EC9-4295-A7AD-CF45-1A11FE3BA8F8}" dt="2025-02-12T15:52:14.882" v="375" actId="20577"/>
          <ac:spMkLst>
            <pc:docMk/>
            <pc:sldMk cId="3442139769" sldId="431"/>
            <ac:spMk id="5" creationId="{174E68EE-38C2-C657-19C1-33DA69F326E6}"/>
          </ac:spMkLst>
        </pc:spChg>
        <pc:picChg chg="add mod">
          <ac:chgData name="ERICK DAMIAN CRIOLLO O�A" userId="S::edcriollo1@espe.edu.ec::6dcbe2a5-cfdc-4b63-9481-50760e65cace" providerId="AD" clId="Web-{C0782EC9-4295-A7AD-CF45-1A11FE3BA8F8}" dt="2025-02-12T14:31:11.027" v="3" actId="1076"/>
          <ac:picMkLst>
            <pc:docMk/>
            <pc:sldMk cId="3442139769" sldId="431"/>
            <ac:picMk id="4" creationId="{E6D3863B-39B1-BB1C-296C-04F12A965700}"/>
          </ac:picMkLst>
        </pc:picChg>
        <pc:picChg chg="del mod">
          <ac:chgData name="ERICK DAMIAN CRIOLLO O�A" userId="S::edcriollo1@espe.edu.ec::6dcbe2a5-cfdc-4b63-9481-50760e65cace" providerId="AD" clId="Web-{C0782EC9-4295-A7AD-CF45-1A11FE3BA8F8}" dt="2025-02-12T14:31:08.652" v="1"/>
          <ac:picMkLst>
            <pc:docMk/>
            <pc:sldMk cId="3442139769" sldId="431"/>
            <ac:picMk id="6" creationId="{CC1DFC07-03AE-06C0-A463-EC0D99B11C16}"/>
          </ac:picMkLst>
        </pc:picChg>
      </pc:sldChg>
      <pc:sldChg chg="modSp">
        <pc:chgData name="ERICK DAMIAN CRIOLLO O�A" userId="S::edcriollo1@espe.edu.ec::6dcbe2a5-cfdc-4b63-9481-50760e65cace" providerId="AD" clId="Web-{C0782EC9-4295-A7AD-CF45-1A11FE3BA8F8}" dt="2025-02-12T15:52:16.132" v="376" actId="20577"/>
        <pc:sldMkLst>
          <pc:docMk/>
          <pc:sldMk cId="464713886" sldId="432"/>
        </pc:sldMkLst>
        <pc:spChg chg="mod">
          <ac:chgData name="ERICK DAMIAN CRIOLLO O�A" userId="S::edcriollo1@espe.edu.ec::6dcbe2a5-cfdc-4b63-9481-50760e65cace" providerId="AD" clId="Web-{C0782EC9-4295-A7AD-CF45-1A11FE3BA8F8}" dt="2025-02-12T15:52:16.132" v="376" actId="20577"/>
          <ac:spMkLst>
            <pc:docMk/>
            <pc:sldMk cId="464713886" sldId="432"/>
            <ac:spMk id="5" creationId="{73491AAB-33F7-022A-C9F2-C7D2491146DB}"/>
          </ac:spMkLst>
        </pc:spChg>
      </pc:sldChg>
      <pc:sldChg chg="modSp">
        <pc:chgData name="ERICK DAMIAN CRIOLLO O�A" userId="S::edcriollo1@espe.edu.ec::6dcbe2a5-cfdc-4b63-9481-50760e65cace" providerId="AD" clId="Web-{C0782EC9-4295-A7AD-CF45-1A11FE3BA8F8}" dt="2025-02-12T15:52:18.429" v="377" actId="20577"/>
        <pc:sldMkLst>
          <pc:docMk/>
          <pc:sldMk cId="2510034902" sldId="433"/>
        </pc:sldMkLst>
        <pc:spChg chg="mod">
          <ac:chgData name="ERICK DAMIAN CRIOLLO O�A" userId="S::edcriollo1@espe.edu.ec::6dcbe2a5-cfdc-4b63-9481-50760e65cace" providerId="AD" clId="Web-{C0782EC9-4295-A7AD-CF45-1A11FE3BA8F8}" dt="2025-02-12T15:52:18.429" v="377" actId="20577"/>
          <ac:spMkLst>
            <pc:docMk/>
            <pc:sldMk cId="2510034902" sldId="433"/>
            <ac:spMk id="5" creationId="{EFF7612C-B098-0E5E-2300-E216E4B889E6}"/>
          </ac:spMkLst>
        </pc:spChg>
      </pc:sldChg>
      <pc:sldChg chg="modSp">
        <pc:chgData name="ERICK DAMIAN CRIOLLO O�A" userId="S::edcriollo1@espe.edu.ec::6dcbe2a5-cfdc-4b63-9481-50760e65cace" providerId="AD" clId="Web-{C0782EC9-4295-A7AD-CF45-1A11FE3BA8F8}" dt="2025-02-12T15:52:23.585" v="378" actId="20577"/>
        <pc:sldMkLst>
          <pc:docMk/>
          <pc:sldMk cId="2324324506" sldId="434"/>
        </pc:sldMkLst>
        <pc:spChg chg="mod">
          <ac:chgData name="ERICK DAMIAN CRIOLLO O�A" userId="S::edcriollo1@espe.edu.ec::6dcbe2a5-cfdc-4b63-9481-50760e65cace" providerId="AD" clId="Web-{C0782EC9-4295-A7AD-CF45-1A11FE3BA8F8}" dt="2025-02-12T15:52:23.585" v="378" actId="20577"/>
          <ac:spMkLst>
            <pc:docMk/>
            <pc:sldMk cId="2324324506" sldId="434"/>
            <ac:spMk id="5" creationId="{BA9CEFED-3F97-D5BA-C166-4CF33A0BECC9}"/>
          </ac:spMkLst>
        </pc:spChg>
      </pc:sldChg>
      <pc:sldChg chg="addSp delSp modSp add replId">
        <pc:chgData name="ERICK DAMIAN CRIOLLO O�A" userId="S::edcriollo1@espe.edu.ec::6dcbe2a5-cfdc-4b63-9481-50760e65cace" providerId="AD" clId="Web-{C0782EC9-4295-A7AD-CF45-1A11FE3BA8F8}" dt="2025-02-12T15:52:06.210" v="372" actId="20577"/>
        <pc:sldMkLst>
          <pc:docMk/>
          <pc:sldMk cId="3923392567" sldId="435"/>
        </pc:sldMkLst>
        <pc:spChg chg="mod">
          <ac:chgData name="ERICK DAMIAN CRIOLLO O�A" userId="S::edcriollo1@espe.edu.ec::6dcbe2a5-cfdc-4b63-9481-50760e65cace" providerId="AD" clId="Web-{C0782EC9-4295-A7AD-CF45-1A11FE3BA8F8}" dt="2025-02-12T14:32:28.983" v="27" actId="20577"/>
          <ac:spMkLst>
            <pc:docMk/>
            <pc:sldMk cId="3923392567" sldId="435"/>
            <ac:spMk id="3" creationId="{706A3A63-58F6-2F44-68D0-DA99B9FC72CC}"/>
          </ac:spMkLst>
        </pc:spChg>
        <pc:spChg chg="mod">
          <ac:chgData name="ERICK DAMIAN CRIOLLO O�A" userId="S::edcriollo1@espe.edu.ec::6dcbe2a5-cfdc-4b63-9481-50760e65cace" providerId="AD" clId="Web-{C0782EC9-4295-A7AD-CF45-1A11FE3BA8F8}" dt="2025-02-12T15:52:06.210" v="372" actId="20577"/>
          <ac:spMkLst>
            <pc:docMk/>
            <pc:sldMk cId="3923392567" sldId="435"/>
            <ac:spMk id="5" creationId="{339CB811-8579-F865-F95E-BC11DEB4C453}"/>
          </ac:spMkLst>
        </pc:spChg>
        <pc:picChg chg="del">
          <ac:chgData name="ERICK DAMIAN CRIOLLO O�A" userId="S::edcriollo1@espe.edu.ec::6dcbe2a5-cfdc-4b63-9481-50760e65cace" providerId="AD" clId="Web-{C0782EC9-4295-A7AD-CF45-1A11FE3BA8F8}" dt="2025-02-12T14:32:32.514" v="28"/>
          <ac:picMkLst>
            <pc:docMk/>
            <pc:sldMk cId="3923392567" sldId="435"/>
            <ac:picMk id="4" creationId="{0D12393C-D28C-E965-EB9E-D90C43DE3C7C}"/>
          </ac:picMkLst>
        </pc:picChg>
        <pc:picChg chg="add mod">
          <ac:chgData name="ERICK DAMIAN CRIOLLO O�A" userId="S::edcriollo1@espe.edu.ec::6dcbe2a5-cfdc-4b63-9481-50760e65cace" providerId="AD" clId="Web-{C0782EC9-4295-A7AD-CF45-1A11FE3BA8F8}" dt="2025-02-12T14:32:39.218" v="32" actId="1076"/>
          <ac:picMkLst>
            <pc:docMk/>
            <pc:sldMk cId="3923392567" sldId="435"/>
            <ac:picMk id="6" creationId="{E850A427-EA53-2199-936C-CAE0AAD4FF82}"/>
          </ac:picMkLst>
        </pc:picChg>
      </pc:sldChg>
      <pc:sldChg chg="addSp delSp modSp add replId">
        <pc:chgData name="ERICK DAMIAN CRIOLLO O�A" userId="S::edcriollo1@espe.edu.ec::6dcbe2a5-cfdc-4b63-9481-50760e65cace" providerId="AD" clId="Web-{C0782EC9-4295-A7AD-CF45-1A11FE3BA8F8}" dt="2025-02-12T15:52:03.038" v="371" actId="20577"/>
        <pc:sldMkLst>
          <pc:docMk/>
          <pc:sldMk cId="1723010054" sldId="436"/>
        </pc:sldMkLst>
        <pc:spChg chg="mod">
          <ac:chgData name="ERICK DAMIAN CRIOLLO O�A" userId="S::edcriollo1@espe.edu.ec::6dcbe2a5-cfdc-4b63-9481-50760e65cace" providerId="AD" clId="Web-{C0782EC9-4295-A7AD-CF45-1A11FE3BA8F8}" dt="2025-02-12T14:38:28.292" v="40" actId="20577"/>
          <ac:spMkLst>
            <pc:docMk/>
            <pc:sldMk cId="1723010054" sldId="436"/>
            <ac:spMk id="3" creationId="{BC1A0CBF-44FF-0711-B9CD-744EEBB1813C}"/>
          </ac:spMkLst>
        </pc:spChg>
        <pc:spChg chg="mod">
          <ac:chgData name="ERICK DAMIAN CRIOLLO O�A" userId="S::edcriollo1@espe.edu.ec::6dcbe2a5-cfdc-4b63-9481-50760e65cace" providerId="AD" clId="Web-{C0782EC9-4295-A7AD-CF45-1A11FE3BA8F8}" dt="2025-02-12T15:52:03.038" v="371" actId="20577"/>
          <ac:spMkLst>
            <pc:docMk/>
            <pc:sldMk cId="1723010054" sldId="436"/>
            <ac:spMk id="5" creationId="{8258234C-0C78-BC9A-375E-4793C18A55C4}"/>
          </ac:spMkLst>
        </pc:spChg>
        <pc:picChg chg="add mod">
          <ac:chgData name="ERICK DAMIAN CRIOLLO O�A" userId="S::edcriollo1@espe.edu.ec::6dcbe2a5-cfdc-4b63-9481-50760e65cace" providerId="AD" clId="Web-{C0782EC9-4295-A7AD-CF45-1A11FE3BA8F8}" dt="2025-02-12T14:38:35.542" v="44" actId="1076"/>
          <ac:picMkLst>
            <pc:docMk/>
            <pc:sldMk cId="1723010054" sldId="436"/>
            <ac:picMk id="4" creationId="{47735B75-0BE6-639C-98A8-84F7B27D9387}"/>
          </ac:picMkLst>
        </pc:picChg>
        <pc:picChg chg="del">
          <ac:chgData name="ERICK DAMIAN CRIOLLO O�A" userId="S::edcriollo1@espe.edu.ec::6dcbe2a5-cfdc-4b63-9481-50760e65cace" providerId="AD" clId="Web-{C0782EC9-4295-A7AD-CF45-1A11FE3BA8F8}" dt="2025-02-12T14:38:30.385" v="41"/>
          <ac:picMkLst>
            <pc:docMk/>
            <pc:sldMk cId="1723010054" sldId="436"/>
            <ac:picMk id="6" creationId="{AFE69A3B-9392-6DA8-7B73-29527944BB8E}"/>
          </ac:picMkLst>
        </pc:picChg>
      </pc:sldChg>
      <pc:sldChg chg="addSp delSp modSp add replId">
        <pc:chgData name="ERICK DAMIAN CRIOLLO O�A" userId="S::edcriollo1@espe.edu.ec::6dcbe2a5-cfdc-4b63-9481-50760e65cace" providerId="AD" clId="Web-{C0782EC9-4295-A7AD-CF45-1A11FE3BA8F8}" dt="2025-02-12T15:52:00.678" v="370" actId="20577"/>
        <pc:sldMkLst>
          <pc:docMk/>
          <pc:sldMk cId="2297634958" sldId="437"/>
        </pc:sldMkLst>
        <pc:spChg chg="mod">
          <ac:chgData name="ERICK DAMIAN CRIOLLO O�A" userId="S::edcriollo1@espe.edu.ec::6dcbe2a5-cfdc-4b63-9481-50760e65cace" providerId="AD" clId="Web-{C0782EC9-4295-A7AD-CF45-1A11FE3BA8F8}" dt="2025-02-12T14:38:56.964" v="46" actId="20577"/>
          <ac:spMkLst>
            <pc:docMk/>
            <pc:sldMk cId="2297634958" sldId="437"/>
            <ac:spMk id="3" creationId="{972FF45A-5E2A-B0D1-4B04-80A95DFBD32F}"/>
          </ac:spMkLst>
        </pc:spChg>
        <pc:spChg chg="mod">
          <ac:chgData name="ERICK DAMIAN CRIOLLO O�A" userId="S::edcriollo1@espe.edu.ec::6dcbe2a5-cfdc-4b63-9481-50760e65cace" providerId="AD" clId="Web-{C0782EC9-4295-A7AD-CF45-1A11FE3BA8F8}" dt="2025-02-12T15:52:00.678" v="370" actId="20577"/>
          <ac:spMkLst>
            <pc:docMk/>
            <pc:sldMk cId="2297634958" sldId="437"/>
            <ac:spMk id="5" creationId="{058E7481-8E32-11AD-40BC-17BCDEE704E3}"/>
          </ac:spMkLst>
        </pc:spChg>
        <pc:picChg chg="del">
          <ac:chgData name="ERICK DAMIAN CRIOLLO O�A" userId="S::edcriollo1@espe.edu.ec::6dcbe2a5-cfdc-4b63-9481-50760e65cace" providerId="AD" clId="Web-{C0782EC9-4295-A7AD-CF45-1A11FE3BA8F8}" dt="2025-02-12T14:38:58.339" v="47"/>
          <ac:picMkLst>
            <pc:docMk/>
            <pc:sldMk cId="2297634958" sldId="437"/>
            <ac:picMk id="4" creationId="{BB9C92DA-8281-14F3-BF2D-22F091A35269}"/>
          </ac:picMkLst>
        </pc:picChg>
        <pc:picChg chg="add mod">
          <ac:chgData name="ERICK DAMIAN CRIOLLO O�A" userId="S::edcriollo1@espe.edu.ec::6dcbe2a5-cfdc-4b63-9481-50760e65cace" providerId="AD" clId="Web-{C0782EC9-4295-A7AD-CF45-1A11FE3BA8F8}" dt="2025-02-12T14:39:00.215" v="49" actId="1076"/>
          <ac:picMkLst>
            <pc:docMk/>
            <pc:sldMk cId="2297634958" sldId="437"/>
            <ac:picMk id="6" creationId="{7394E2EA-E208-ED7A-998A-A4CA30BA95E3}"/>
          </ac:picMkLst>
        </pc:picChg>
      </pc:sldChg>
      <pc:sldChg chg="addSp delSp modSp add replId">
        <pc:chgData name="ERICK DAMIAN CRIOLLO O�A" userId="S::edcriollo1@espe.edu.ec::6dcbe2a5-cfdc-4b63-9481-50760e65cace" providerId="AD" clId="Web-{C0782EC9-4295-A7AD-CF45-1A11FE3BA8F8}" dt="2025-02-12T15:51:58.959" v="369" actId="20577"/>
        <pc:sldMkLst>
          <pc:docMk/>
          <pc:sldMk cId="584366823" sldId="438"/>
        </pc:sldMkLst>
        <pc:spChg chg="mod">
          <ac:chgData name="ERICK DAMIAN CRIOLLO O�A" userId="S::edcriollo1@espe.edu.ec::6dcbe2a5-cfdc-4b63-9481-50760e65cace" providerId="AD" clId="Web-{C0782EC9-4295-A7AD-CF45-1A11FE3BA8F8}" dt="2025-02-12T15:40:35.912" v="52" actId="20577"/>
          <ac:spMkLst>
            <pc:docMk/>
            <pc:sldMk cId="584366823" sldId="438"/>
            <ac:spMk id="3" creationId="{E5A9C44C-A871-99B1-E3B4-AEC390C97D29}"/>
          </ac:spMkLst>
        </pc:spChg>
        <pc:spChg chg="mod">
          <ac:chgData name="ERICK DAMIAN CRIOLLO O�A" userId="S::edcriollo1@espe.edu.ec::6dcbe2a5-cfdc-4b63-9481-50760e65cace" providerId="AD" clId="Web-{C0782EC9-4295-A7AD-CF45-1A11FE3BA8F8}" dt="2025-02-12T15:51:58.959" v="369" actId="20577"/>
          <ac:spMkLst>
            <pc:docMk/>
            <pc:sldMk cId="584366823" sldId="438"/>
            <ac:spMk id="5" creationId="{71E32E6C-C27D-30B6-941E-01994458A3D2}"/>
          </ac:spMkLst>
        </pc:spChg>
        <pc:picChg chg="add mod">
          <ac:chgData name="ERICK DAMIAN CRIOLLO O�A" userId="S::edcriollo1@espe.edu.ec::6dcbe2a5-cfdc-4b63-9481-50760e65cace" providerId="AD" clId="Web-{C0782EC9-4295-A7AD-CF45-1A11FE3BA8F8}" dt="2025-02-12T15:40:47.553" v="58" actId="1076"/>
          <ac:picMkLst>
            <pc:docMk/>
            <pc:sldMk cId="584366823" sldId="438"/>
            <ac:picMk id="4" creationId="{2F8C3F3D-ECE6-5FF9-D7AA-7660C3BAFC65}"/>
          </ac:picMkLst>
        </pc:picChg>
        <pc:picChg chg="del">
          <ac:chgData name="ERICK DAMIAN CRIOLLO O�A" userId="S::edcriollo1@espe.edu.ec::6dcbe2a5-cfdc-4b63-9481-50760e65cace" providerId="AD" clId="Web-{C0782EC9-4295-A7AD-CF45-1A11FE3BA8F8}" dt="2025-02-12T15:40:38.428" v="53"/>
          <ac:picMkLst>
            <pc:docMk/>
            <pc:sldMk cId="584366823" sldId="438"/>
            <ac:picMk id="6" creationId="{32BDB79D-EC1B-08A4-0680-6B1D28DB3E56}"/>
          </ac:picMkLst>
        </pc:picChg>
      </pc:sldChg>
      <pc:sldChg chg="addSp delSp modSp add replId">
        <pc:chgData name="ERICK DAMIAN CRIOLLO O�A" userId="S::edcriollo1@espe.edu.ec::6dcbe2a5-cfdc-4b63-9481-50760e65cace" providerId="AD" clId="Web-{C0782EC9-4295-A7AD-CF45-1A11FE3BA8F8}" dt="2025-02-12T15:51:55.772" v="368" actId="20577"/>
        <pc:sldMkLst>
          <pc:docMk/>
          <pc:sldMk cId="350103693" sldId="439"/>
        </pc:sldMkLst>
        <pc:spChg chg="mod">
          <ac:chgData name="ERICK DAMIAN CRIOLLO O�A" userId="S::edcriollo1@espe.edu.ec::6dcbe2a5-cfdc-4b63-9481-50760e65cace" providerId="AD" clId="Web-{C0782EC9-4295-A7AD-CF45-1A11FE3BA8F8}" dt="2025-02-12T15:40:59.288" v="66" actId="20577"/>
          <ac:spMkLst>
            <pc:docMk/>
            <pc:sldMk cId="350103693" sldId="439"/>
            <ac:spMk id="3" creationId="{78317BFA-96D9-059A-A942-4F31113535BE}"/>
          </ac:spMkLst>
        </pc:spChg>
        <pc:spChg chg="mod">
          <ac:chgData name="ERICK DAMIAN CRIOLLO O�A" userId="S::edcriollo1@espe.edu.ec::6dcbe2a5-cfdc-4b63-9481-50760e65cace" providerId="AD" clId="Web-{C0782EC9-4295-A7AD-CF45-1A11FE3BA8F8}" dt="2025-02-12T15:51:55.772" v="368" actId="20577"/>
          <ac:spMkLst>
            <pc:docMk/>
            <pc:sldMk cId="350103693" sldId="439"/>
            <ac:spMk id="5" creationId="{EE4F36C4-9D7A-A721-92B4-1CE8673DE9AF}"/>
          </ac:spMkLst>
        </pc:spChg>
        <pc:picChg chg="del">
          <ac:chgData name="ERICK DAMIAN CRIOLLO O�A" userId="S::edcriollo1@espe.edu.ec::6dcbe2a5-cfdc-4b63-9481-50760e65cace" providerId="AD" clId="Web-{C0782EC9-4295-A7AD-CF45-1A11FE3BA8F8}" dt="2025-02-12T15:41:00.850" v="67"/>
          <ac:picMkLst>
            <pc:docMk/>
            <pc:sldMk cId="350103693" sldId="439"/>
            <ac:picMk id="4" creationId="{BE4982A8-54BF-2927-3047-5417CF35DBE5}"/>
          </ac:picMkLst>
        </pc:picChg>
        <pc:picChg chg="add mod">
          <ac:chgData name="ERICK DAMIAN CRIOLLO O�A" userId="S::edcriollo1@espe.edu.ec::6dcbe2a5-cfdc-4b63-9481-50760e65cace" providerId="AD" clId="Web-{C0782EC9-4295-A7AD-CF45-1A11FE3BA8F8}" dt="2025-02-12T15:41:04.038" v="69" actId="1076"/>
          <ac:picMkLst>
            <pc:docMk/>
            <pc:sldMk cId="350103693" sldId="439"/>
            <ac:picMk id="6" creationId="{8C4A19B1-EFC5-F8E4-672F-04CEE1134BDD}"/>
          </ac:picMkLst>
        </pc:picChg>
      </pc:sldChg>
      <pc:sldChg chg="addSp delSp modSp add replId">
        <pc:chgData name="ERICK DAMIAN CRIOLLO O�A" userId="S::edcriollo1@espe.edu.ec::6dcbe2a5-cfdc-4b63-9481-50760e65cace" providerId="AD" clId="Web-{C0782EC9-4295-A7AD-CF45-1A11FE3BA8F8}" dt="2025-02-12T15:51:53.178" v="367" actId="20577"/>
        <pc:sldMkLst>
          <pc:docMk/>
          <pc:sldMk cId="899555340" sldId="440"/>
        </pc:sldMkLst>
        <pc:spChg chg="mod">
          <ac:chgData name="ERICK DAMIAN CRIOLLO O�A" userId="S::edcriollo1@espe.edu.ec::6dcbe2a5-cfdc-4b63-9481-50760e65cace" providerId="AD" clId="Web-{C0782EC9-4295-A7AD-CF45-1A11FE3BA8F8}" dt="2025-02-12T15:41:22.913" v="78" actId="20577"/>
          <ac:spMkLst>
            <pc:docMk/>
            <pc:sldMk cId="899555340" sldId="440"/>
            <ac:spMk id="3" creationId="{2C976EC3-42B8-15DB-D3EA-E26701217947}"/>
          </ac:spMkLst>
        </pc:spChg>
        <pc:spChg chg="mod">
          <ac:chgData name="ERICK DAMIAN CRIOLLO O�A" userId="S::edcriollo1@espe.edu.ec::6dcbe2a5-cfdc-4b63-9481-50760e65cace" providerId="AD" clId="Web-{C0782EC9-4295-A7AD-CF45-1A11FE3BA8F8}" dt="2025-02-12T15:51:53.178" v="367" actId="20577"/>
          <ac:spMkLst>
            <pc:docMk/>
            <pc:sldMk cId="899555340" sldId="440"/>
            <ac:spMk id="5" creationId="{DAF00356-FF1F-59F2-2724-2D2E51C884CF}"/>
          </ac:spMkLst>
        </pc:spChg>
        <pc:picChg chg="add mod">
          <ac:chgData name="ERICK DAMIAN CRIOLLO O�A" userId="S::edcriollo1@espe.edu.ec::6dcbe2a5-cfdc-4b63-9481-50760e65cace" providerId="AD" clId="Web-{C0782EC9-4295-A7AD-CF45-1A11FE3BA8F8}" dt="2025-02-12T15:41:27.288" v="81" actId="1076"/>
          <ac:picMkLst>
            <pc:docMk/>
            <pc:sldMk cId="899555340" sldId="440"/>
            <ac:picMk id="4" creationId="{70F3E93D-BC49-457A-939B-9E8F14DF27F8}"/>
          </ac:picMkLst>
        </pc:picChg>
        <pc:picChg chg="del">
          <ac:chgData name="ERICK DAMIAN CRIOLLO O�A" userId="S::edcriollo1@espe.edu.ec::6dcbe2a5-cfdc-4b63-9481-50760e65cace" providerId="AD" clId="Web-{C0782EC9-4295-A7AD-CF45-1A11FE3BA8F8}" dt="2025-02-12T15:41:24.632" v="79"/>
          <ac:picMkLst>
            <pc:docMk/>
            <pc:sldMk cId="899555340" sldId="440"/>
            <ac:picMk id="6" creationId="{ABF19E7A-0358-7178-98D2-D0867E2642FC}"/>
          </ac:picMkLst>
        </pc:picChg>
      </pc:sldChg>
      <pc:sldChg chg="addSp delSp modSp add replId">
        <pc:chgData name="ERICK DAMIAN CRIOLLO O�A" userId="S::edcriollo1@espe.edu.ec::6dcbe2a5-cfdc-4b63-9481-50760e65cace" providerId="AD" clId="Web-{C0782EC9-4295-A7AD-CF45-1A11FE3BA8F8}" dt="2025-02-12T15:51:48.053" v="365" actId="20577"/>
        <pc:sldMkLst>
          <pc:docMk/>
          <pc:sldMk cId="390298082" sldId="441"/>
        </pc:sldMkLst>
        <pc:spChg chg="mod">
          <ac:chgData name="ERICK DAMIAN CRIOLLO O�A" userId="S::edcriollo1@espe.edu.ec::6dcbe2a5-cfdc-4b63-9481-50760e65cace" providerId="AD" clId="Web-{C0782EC9-4295-A7AD-CF45-1A11FE3BA8F8}" dt="2025-02-12T15:41:51.789" v="86" actId="20577"/>
          <ac:spMkLst>
            <pc:docMk/>
            <pc:sldMk cId="390298082" sldId="441"/>
            <ac:spMk id="3" creationId="{C70DA4EB-951E-25A5-F465-9E6080C677D9}"/>
          </ac:spMkLst>
        </pc:spChg>
        <pc:spChg chg="mod">
          <ac:chgData name="ERICK DAMIAN CRIOLLO O�A" userId="S::edcriollo1@espe.edu.ec::6dcbe2a5-cfdc-4b63-9481-50760e65cace" providerId="AD" clId="Web-{C0782EC9-4295-A7AD-CF45-1A11FE3BA8F8}" dt="2025-02-12T15:51:48.053" v="365" actId="20577"/>
          <ac:spMkLst>
            <pc:docMk/>
            <pc:sldMk cId="390298082" sldId="441"/>
            <ac:spMk id="5" creationId="{6AA43D89-B226-23AD-386F-5228B66828DC}"/>
          </ac:spMkLst>
        </pc:spChg>
        <pc:picChg chg="del">
          <ac:chgData name="ERICK DAMIAN CRIOLLO O�A" userId="S::edcriollo1@espe.edu.ec::6dcbe2a5-cfdc-4b63-9481-50760e65cace" providerId="AD" clId="Web-{C0782EC9-4295-A7AD-CF45-1A11FE3BA8F8}" dt="2025-02-12T15:41:55.305" v="87"/>
          <ac:picMkLst>
            <pc:docMk/>
            <pc:sldMk cId="390298082" sldId="441"/>
            <ac:picMk id="4" creationId="{09D3A63E-CDE0-4C26-5B87-64A519B25A00}"/>
          </ac:picMkLst>
        </pc:picChg>
        <pc:picChg chg="add mod">
          <ac:chgData name="ERICK DAMIAN CRIOLLO O�A" userId="S::edcriollo1@espe.edu.ec::6dcbe2a5-cfdc-4b63-9481-50760e65cace" providerId="AD" clId="Web-{C0782EC9-4295-A7AD-CF45-1A11FE3BA8F8}" dt="2025-02-12T15:41:57.570" v="89" actId="1076"/>
          <ac:picMkLst>
            <pc:docMk/>
            <pc:sldMk cId="390298082" sldId="441"/>
            <ac:picMk id="6" creationId="{FAF40C5F-EDDA-5877-3C8B-72D3C43EFE73}"/>
          </ac:picMkLst>
        </pc:picChg>
      </pc:sldChg>
      <pc:sldChg chg="addSp delSp modSp add replId">
        <pc:chgData name="ERICK DAMIAN CRIOLLO O�A" userId="S::edcriollo1@espe.edu.ec::6dcbe2a5-cfdc-4b63-9481-50760e65cace" providerId="AD" clId="Web-{C0782EC9-4295-A7AD-CF45-1A11FE3BA8F8}" dt="2025-02-12T15:51:46.912" v="364" actId="20577"/>
        <pc:sldMkLst>
          <pc:docMk/>
          <pc:sldMk cId="1568946501" sldId="442"/>
        </pc:sldMkLst>
        <pc:spChg chg="mod">
          <ac:chgData name="ERICK DAMIAN CRIOLLO O�A" userId="S::edcriollo1@espe.edu.ec::6dcbe2a5-cfdc-4b63-9481-50760e65cace" providerId="AD" clId="Web-{C0782EC9-4295-A7AD-CF45-1A11FE3BA8F8}" dt="2025-02-12T15:42:10.180" v="94" actId="20577"/>
          <ac:spMkLst>
            <pc:docMk/>
            <pc:sldMk cId="1568946501" sldId="442"/>
            <ac:spMk id="3" creationId="{BD1F5B71-BB01-F924-962A-FEE3508FE6A4}"/>
          </ac:spMkLst>
        </pc:spChg>
        <pc:spChg chg="mod">
          <ac:chgData name="ERICK DAMIAN CRIOLLO O�A" userId="S::edcriollo1@espe.edu.ec::6dcbe2a5-cfdc-4b63-9481-50760e65cace" providerId="AD" clId="Web-{C0782EC9-4295-A7AD-CF45-1A11FE3BA8F8}" dt="2025-02-12T15:51:46.912" v="364" actId="20577"/>
          <ac:spMkLst>
            <pc:docMk/>
            <pc:sldMk cId="1568946501" sldId="442"/>
            <ac:spMk id="5" creationId="{106E8E77-D79F-B051-3D47-9A23DC731B82}"/>
          </ac:spMkLst>
        </pc:spChg>
        <pc:picChg chg="add mod">
          <ac:chgData name="ERICK DAMIAN CRIOLLO O�A" userId="S::edcriollo1@espe.edu.ec::6dcbe2a5-cfdc-4b63-9481-50760e65cace" providerId="AD" clId="Web-{C0782EC9-4295-A7AD-CF45-1A11FE3BA8F8}" dt="2025-02-12T15:42:18.493" v="97" actId="1076"/>
          <ac:picMkLst>
            <pc:docMk/>
            <pc:sldMk cId="1568946501" sldId="442"/>
            <ac:picMk id="4" creationId="{593F8BD9-CB7B-6341-9BE6-64EDDA8D7800}"/>
          </ac:picMkLst>
        </pc:picChg>
        <pc:picChg chg="del">
          <ac:chgData name="ERICK DAMIAN CRIOLLO O�A" userId="S::edcriollo1@espe.edu.ec::6dcbe2a5-cfdc-4b63-9481-50760e65cace" providerId="AD" clId="Web-{C0782EC9-4295-A7AD-CF45-1A11FE3BA8F8}" dt="2025-02-12T15:42:11.946" v="95"/>
          <ac:picMkLst>
            <pc:docMk/>
            <pc:sldMk cId="1568946501" sldId="442"/>
            <ac:picMk id="6" creationId="{4C86AE86-1DD2-B89B-81C6-076D1DC1A24D}"/>
          </ac:picMkLst>
        </pc:picChg>
      </pc:sldChg>
      <pc:sldChg chg="addSp delSp modSp add replId">
        <pc:chgData name="ERICK DAMIAN CRIOLLO O�A" userId="S::edcriollo1@espe.edu.ec::6dcbe2a5-cfdc-4b63-9481-50760e65cace" providerId="AD" clId="Web-{C0782EC9-4295-A7AD-CF45-1A11FE3BA8F8}" dt="2025-02-12T15:51:42.334" v="363" actId="20577"/>
        <pc:sldMkLst>
          <pc:docMk/>
          <pc:sldMk cId="2633612245" sldId="443"/>
        </pc:sldMkLst>
        <pc:spChg chg="mod">
          <ac:chgData name="ERICK DAMIAN CRIOLLO O�A" userId="S::edcriollo1@espe.edu.ec::6dcbe2a5-cfdc-4b63-9481-50760e65cace" providerId="AD" clId="Web-{C0782EC9-4295-A7AD-CF45-1A11FE3BA8F8}" dt="2025-02-12T15:42:53.290" v="106" actId="20577"/>
          <ac:spMkLst>
            <pc:docMk/>
            <pc:sldMk cId="2633612245" sldId="443"/>
            <ac:spMk id="3" creationId="{5D417FE2-C06C-9D63-3F0A-A3E28492E7AD}"/>
          </ac:spMkLst>
        </pc:spChg>
        <pc:spChg chg="mod">
          <ac:chgData name="ERICK DAMIAN CRIOLLO O�A" userId="S::edcriollo1@espe.edu.ec::6dcbe2a5-cfdc-4b63-9481-50760e65cace" providerId="AD" clId="Web-{C0782EC9-4295-A7AD-CF45-1A11FE3BA8F8}" dt="2025-02-12T15:51:42.334" v="363" actId="20577"/>
          <ac:spMkLst>
            <pc:docMk/>
            <pc:sldMk cId="2633612245" sldId="443"/>
            <ac:spMk id="5" creationId="{05F2C409-90AF-46CA-212D-CD26A0517986}"/>
          </ac:spMkLst>
        </pc:spChg>
        <pc:picChg chg="del">
          <ac:chgData name="ERICK DAMIAN CRIOLLO O�A" userId="S::edcriollo1@espe.edu.ec::6dcbe2a5-cfdc-4b63-9481-50760e65cace" providerId="AD" clId="Web-{C0782EC9-4295-A7AD-CF45-1A11FE3BA8F8}" dt="2025-02-12T15:42:40.306" v="100"/>
          <ac:picMkLst>
            <pc:docMk/>
            <pc:sldMk cId="2633612245" sldId="443"/>
            <ac:picMk id="4" creationId="{6A67D9CF-8A9A-DB6E-48B9-3ACF7292B0BD}"/>
          </ac:picMkLst>
        </pc:picChg>
        <pc:picChg chg="add mod">
          <ac:chgData name="ERICK DAMIAN CRIOLLO O�A" userId="S::edcriollo1@espe.edu.ec::6dcbe2a5-cfdc-4b63-9481-50760e65cace" providerId="AD" clId="Web-{C0782EC9-4295-A7AD-CF45-1A11FE3BA8F8}" dt="2025-02-12T15:42:44.556" v="102" actId="1076"/>
          <ac:picMkLst>
            <pc:docMk/>
            <pc:sldMk cId="2633612245" sldId="443"/>
            <ac:picMk id="6" creationId="{5B852FEE-4492-7A92-C084-046DC3A9F8BD}"/>
          </ac:picMkLst>
        </pc:picChg>
      </pc:sldChg>
      <pc:sldChg chg="addSp delSp modSp add replId">
        <pc:chgData name="ERICK DAMIAN CRIOLLO O�A" userId="S::edcriollo1@espe.edu.ec::6dcbe2a5-cfdc-4b63-9481-50760e65cace" providerId="AD" clId="Web-{C0782EC9-4295-A7AD-CF45-1A11FE3BA8F8}" dt="2025-02-12T15:51:40.287" v="362" actId="20577"/>
        <pc:sldMkLst>
          <pc:docMk/>
          <pc:sldMk cId="1574135213" sldId="444"/>
        </pc:sldMkLst>
        <pc:spChg chg="mod">
          <ac:chgData name="ERICK DAMIAN CRIOLLO O�A" userId="S::edcriollo1@espe.edu.ec::6dcbe2a5-cfdc-4b63-9481-50760e65cace" providerId="AD" clId="Web-{C0782EC9-4295-A7AD-CF45-1A11FE3BA8F8}" dt="2025-02-12T15:43:08.291" v="113" actId="20577"/>
          <ac:spMkLst>
            <pc:docMk/>
            <pc:sldMk cId="1574135213" sldId="444"/>
            <ac:spMk id="3" creationId="{075439C1-055A-D25B-99C4-001B47CBA08B}"/>
          </ac:spMkLst>
        </pc:spChg>
        <pc:spChg chg="mod">
          <ac:chgData name="ERICK DAMIAN CRIOLLO O�A" userId="S::edcriollo1@espe.edu.ec::6dcbe2a5-cfdc-4b63-9481-50760e65cace" providerId="AD" clId="Web-{C0782EC9-4295-A7AD-CF45-1A11FE3BA8F8}" dt="2025-02-12T15:51:40.287" v="362" actId="20577"/>
          <ac:spMkLst>
            <pc:docMk/>
            <pc:sldMk cId="1574135213" sldId="444"/>
            <ac:spMk id="5" creationId="{78EE9736-1ABE-6070-49BA-FAD2958C515D}"/>
          </ac:spMkLst>
        </pc:spChg>
        <pc:picChg chg="add mod">
          <ac:chgData name="ERICK DAMIAN CRIOLLO O�A" userId="S::edcriollo1@espe.edu.ec::6dcbe2a5-cfdc-4b63-9481-50760e65cace" providerId="AD" clId="Web-{C0782EC9-4295-A7AD-CF45-1A11FE3BA8F8}" dt="2025-02-12T15:43:14.525" v="116" actId="1076"/>
          <ac:picMkLst>
            <pc:docMk/>
            <pc:sldMk cId="1574135213" sldId="444"/>
            <ac:picMk id="4" creationId="{09E3526B-EBE1-5EBA-DDDC-A07572734537}"/>
          </ac:picMkLst>
        </pc:picChg>
        <pc:picChg chg="del">
          <ac:chgData name="ERICK DAMIAN CRIOLLO O�A" userId="S::edcriollo1@espe.edu.ec::6dcbe2a5-cfdc-4b63-9481-50760e65cace" providerId="AD" clId="Web-{C0782EC9-4295-A7AD-CF45-1A11FE3BA8F8}" dt="2025-02-12T15:43:10.947" v="114"/>
          <ac:picMkLst>
            <pc:docMk/>
            <pc:sldMk cId="1574135213" sldId="444"/>
            <ac:picMk id="6" creationId="{EE0FF8A0-532C-BED4-BB6A-FA3DFD715B43}"/>
          </ac:picMkLst>
        </pc:picChg>
      </pc:sldChg>
      <pc:sldChg chg="addSp delSp modSp add replId">
        <pc:chgData name="ERICK DAMIAN CRIOLLO O�A" userId="S::edcriollo1@espe.edu.ec::6dcbe2a5-cfdc-4b63-9481-50760e65cace" providerId="AD" clId="Web-{C0782EC9-4295-A7AD-CF45-1A11FE3BA8F8}" dt="2025-02-12T15:51:38.162" v="361" actId="20577"/>
        <pc:sldMkLst>
          <pc:docMk/>
          <pc:sldMk cId="3050555606" sldId="445"/>
        </pc:sldMkLst>
        <pc:spChg chg="mod">
          <ac:chgData name="ERICK DAMIAN CRIOLLO O�A" userId="S::edcriollo1@espe.edu.ec::6dcbe2a5-cfdc-4b63-9481-50760e65cace" providerId="AD" clId="Web-{C0782EC9-4295-A7AD-CF45-1A11FE3BA8F8}" dt="2025-02-12T15:44:12.027" v="125" actId="20577"/>
          <ac:spMkLst>
            <pc:docMk/>
            <pc:sldMk cId="3050555606" sldId="445"/>
            <ac:spMk id="3" creationId="{3ED0A990-EFC7-5080-4ECA-4BF8267D9590}"/>
          </ac:spMkLst>
        </pc:spChg>
        <pc:spChg chg="mod">
          <ac:chgData name="ERICK DAMIAN CRIOLLO O�A" userId="S::edcriollo1@espe.edu.ec::6dcbe2a5-cfdc-4b63-9481-50760e65cace" providerId="AD" clId="Web-{C0782EC9-4295-A7AD-CF45-1A11FE3BA8F8}" dt="2025-02-12T15:51:38.162" v="361" actId="20577"/>
          <ac:spMkLst>
            <pc:docMk/>
            <pc:sldMk cId="3050555606" sldId="445"/>
            <ac:spMk id="5" creationId="{9A352E98-1CF1-FFC9-A016-50B3D3A2539F}"/>
          </ac:spMkLst>
        </pc:spChg>
        <pc:picChg chg="del">
          <ac:chgData name="ERICK DAMIAN CRIOLLO O�A" userId="S::edcriollo1@espe.edu.ec::6dcbe2a5-cfdc-4b63-9481-50760e65cace" providerId="AD" clId="Web-{C0782EC9-4295-A7AD-CF45-1A11FE3BA8F8}" dt="2025-02-12T15:44:13.902" v="126"/>
          <ac:picMkLst>
            <pc:docMk/>
            <pc:sldMk cId="3050555606" sldId="445"/>
            <ac:picMk id="4" creationId="{D6CBE413-4DB4-7A5B-3401-D91C84D4DD67}"/>
          </ac:picMkLst>
        </pc:picChg>
        <pc:picChg chg="add mod">
          <ac:chgData name="ERICK DAMIAN CRIOLLO O�A" userId="S::edcriollo1@espe.edu.ec::6dcbe2a5-cfdc-4b63-9481-50760e65cace" providerId="AD" clId="Web-{C0782EC9-4295-A7AD-CF45-1A11FE3BA8F8}" dt="2025-02-12T15:44:15.714" v="128" actId="1076"/>
          <ac:picMkLst>
            <pc:docMk/>
            <pc:sldMk cId="3050555606" sldId="445"/>
            <ac:picMk id="6" creationId="{E9A5B27F-4BED-0B48-C27C-49126399E4C3}"/>
          </ac:picMkLst>
        </pc:picChg>
      </pc:sldChg>
      <pc:sldChg chg="addSp delSp modSp add replId">
        <pc:chgData name="ERICK DAMIAN CRIOLLO O�A" userId="S::edcriollo1@espe.edu.ec::6dcbe2a5-cfdc-4b63-9481-50760e65cace" providerId="AD" clId="Web-{C0782EC9-4295-A7AD-CF45-1A11FE3BA8F8}" dt="2025-02-12T15:51:25.881" v="356" actId="20577"/>
        <pc:sldMkLst>
          <pc:docMk/>
          <pc:sldMk cId="1638527652" sldId="446"/>
        </pc:sldMkLst>
        <pc:spChg chg="mod">
          <ac:chgData name="ERICK DAMIAN CRIOLLO O�A" userId="S::edcriollo1@espe.edu.ec::6dcbe2a5-cfdc-4b63-9481-50760e65cace" providerId="AD" clId="Web-{C0782EC9-4295-A7AD-CF45-1A11FE3BA8F8}" dt="2025-02-12T15:45:33.450" v="171" actId="20577"/>
          <ac:spMkLst>
            <pc:docMk/>
            <pc:sldMk cId="1638527652" sldId="446"/>
            <ac:spMk id="3" creationId="{B376EE7D-7328-85F0-7CD9-705412DBC9F4}"/>
          </ac:spMkLst>
        </pc:spChg>
        <pc:spChg chg="mod">
          <ac:chgData name="ERICK DAMIAN CRIOLLO O�A" userId="S::edcriollo1@espe.edu.ec::6dcbe2a5-cfdc-4b63-9481-50760e65cace" providerId="AD" clId="Web-{C0782EC9-4295-A7AD-CF45-1A11FE3BA8F8}" dt="2025-02-12T15:51:25.881" v="356" actId="20577"/>
          <ac:spMkLst>
            <pc:docMk/>
            <pc:sldMk cId="1638527652" sldId="446"/>
            <ac:spMk id="5" creationId="{3A2E0D6E-CAEB-5FAD-AE39-69822756FFEB}"/>
          </ac:spMkLst>
        </pc:spChg>
        <pc:picChg chg="add mod">
          <ac:chgData name="ERICK DAMIAN CRIOLLO O�A" userId="S::edcriollo1@espe.edu.ec::6dcbe2a5-cfdc-4b63-9481-50760e65cace" providerId="AD" clId="Web-{C0782EC9-4295-A7AD-CF45-1A11FE3BA8F8}" dt="2025-02-12T15:45:37.919" v="174" actId="1076"/>
          <ac:picMkLst>
            <pc:docMk/>
            <pc:sldMk cId="1638527652" sldId="446"/>
            <ac:picMk id="4" creationId="{6F5D87D0-0BDD-939D-62CA-9D91864EB3A9}"/>
          </ac:picMkLst>
        </pc:picChg>
        <pc:picChg chg="del">
          <ac:chgData name="ERICK DAMIAN CRIOLLO O�A" userId="S::edcriollo1@espe.edu.ec::6dcbe2a5-cfdc-4b63-9481-50760e65cace" providerId="AD" clId="Web-{C0782EC9-4295-A7AD-CF45-1A11FE3BA8F8}" dt="2025-02-12T15:45:34.982" v="172"/>
          <ac:picMkLst>
            <pc:docMk/>
            <pc:sldMk cId="1638527652" sldId="446"/>
            <ac:picMk id="6" creationId="{EDFAD675-A937-AC8E-889F-5455A29C6FC7}"/>
          </ac:picMkLst>
        </pc:picChg>
      </pc:sldChg>
      <pc:sldChg chg="addSp delSp modSp add replId">
        <pc:chgData name="ERICK DAMIAN CRIOLLO O�A" userId="S::edcriollo1@espe.edu.ec::6dcbe2a5-cfdc-4b63-9481-50760e65cace" providerId="AD" clId="Web-{C0782EC9-4295-A7AD-CF45-1A11FE3BA8F8}" dt="2025-02-12T15:51:23.490" v="355" actId="20577"/>
        <pc:sldMkLst>
          <pc:docMk/>
          <pc:sldMk cId="622471972" sldId="447"/>
        </pc:sldMkLst>
        <pc:spChg chg="mod">
          <ac:chgData name="ERICK DAMIAN CRIOLLO O�A" userId="S::edcriollo1@espe.edu.ec::6dcbe2a5-cfdc-4b63-9481-50760e65cace" providerId="AD" clId="Web-{C0782EC9-4295-A7AD-CF45-1A11FE3BA8F8}" dt="2025-02-12T15:45:54.123" v="179" actId="20577"/>
          <ac:spMkLst>
            <pc:docMk/>
            <pc:sldMk cId="622471972" sldId="447"/>
            <ac:spMk id="3" creationId="{1FEA5F64-C3C5-1E91-06C1-50FFD1494245}"/>
          </ac:spMkLst>
        </pc:spChg>
        <pc:spChg chg="mod">
          <ac:chgData name="ERICK DAMIAN CRIOLLO O�A" userId="S::edcriollo1@espe.edu.ec::6dcbe2a5-cfdc-4b63-9481-50760e65cace" providerId="AD" clId="Web-{C0782EC9-4295-A7AD-CF45-1A11FE3BA8F8}" dt="2025-02-12T15:51:23.490" v="355" actId="20577"/>
          <ac:spMkLst>
            <pc:docMk/>
            <pc:sldMk cId="622471972" sldId="447"/>
            <ac:spMk id="5" creationId="{15F83F03-E129-47D0-6209-4C45F9522491}"/>
          </ac:spMkLst>
        </pc:spChg>
        <pc:picChg chg="del">
          <ac:chgData name="ERICK DAMIAN CRIOLLO O�A" userId="S::edcriollo1@espe.edu.ec::6dcbe2a5-cfdc-4b63-9481-50760e65cace" providerId="AD" clId="Web-{C0782EC9-4295-A7AD-CF45-1A11FE3BA8F8}" dt="2025-02-12T15:45:55.763" v="180"/>
          <ac:picMkLst>
            <pc:docMk/>
            <pc:sldMk cId="622471972" sldId="447"/>
            <ac:picMk id="4" creationId="{09C4EF8A-7B45-09ED-D747-E36B0DD5B36F}"/>
          </ac:picMkLst>
        </pc:picChg>
        <pc:picChg chg="add mod">
          <ac:chgData name="ERICK DAMIAN CRIOLLO O�A" userId="S::edcriollo1@espe.edu.ec::6dcbe2a5-cfdc-4b63-9481-50760e65cace" providerId="AD" clId="Web-{C0782EC9-4295-A7AD-CF45-1A11FE3BA8F8}" dt="2025-02-12T15:45:58.310" v="182" actId="1076"/>
          <ac:picMkLst>
            <pc:docMk/>
            <pc:sldMk cId="622471972" sldId="447"/>
            <ac:picMk id="6" creationId="{9BB8B1FC-2510-B381-7DEC-25ECD84A8BB4}"/>
          </ac:picMkLst>
        </pc:picChg>
      </pc:sldChg>
    </pc:docChg>
  </pc:docChgLst>
  <pc:docChgLst>
    <pc:chgData name="SEBASTIAN DIEGO JIMENEZ NIETO" userId="S::sdjimenez4@espe.edu.ec::8b3b1eae-a86e-4dc5-a2b8-2fa53cc6984c" providerId="AD" clId="Web-{DB845236-6533-220C-655F-6348B26B1DF4}"/>
    <pc:docChg chg="addSld modSld">
      <pc:chgData name="SEBASTIAN DIEGO JIMENEZ NIETO" userId="S::sdjimenez4@espe.edu.ec::8b3b1eae-a86e-4dc5-a2b8-2fa53cc6984c" providerId="AD" clId="Web-{DB845236-6533-220C-655F-6348B26B1DF4}" dt="2025-02-28T20:42:12.953" v="472"/>
      <pc:docMkLst>
        <pc:docMk/>
      </pc:docMkLst>
      <pc:sldChg chg="modSp">
        <pc:chgData name="SEBASTIAN DIEGO JIMENEZ NIETO" userId="S::sdjimenez4@espe.edu.ec::8b3b1eae-a86e-4dc5-a2b8-2fa53cc6984c" providerId="AD" clId="Web-{DB845236-6533-220C-655F-6348B26B1DF4}" dt="2025-02-28T19:59:12.310" v="18" actId="20577"/>
        <pc:sldMkLst>
          <pc:docMk/>
          <pc:sldMk cId="4206866613" sldId="258"/>
        </pc:sldMkLst>
        <pc:spChg chg="mod">
          <ac:chgData name="SEBASTIAN DIEGO JIMENEZ NIETO" userId="S::sdjimenez4@espe.edu.ec::8b3b1eae-a86e-4dc5-a2b8-2fa53cc6984c" providerId="AD" clId="Web-{DB845236-6533-220C-655F-6348B26B1DF4}" dt="2025-02-28T19:58:47.607" v="14" actId="20577"/>
          <ac:spMkLst>
            <pc:docMk/>
            <pc:sldMk cId="4206866613" sldId="258"/>
            <ac:spMk id="2" creationId="{E8956176-055A-4F41-9A1C-5A8ABC57AE1B}"/>
          </ac:spMkLst>
        </pc:spChg>
        <pc:spChg chg="mod">
          <ac:chgData name="SEBASTIAN DIEGO JIMENEZ NIETO" userId="S::sdjimenez4@espe.edu.ec::8b3b1eae-a86e-4dc5-a2b8-2fa53cc6984c" providerId="AD" clId="Web-{DB845236-6533-220C-655F-6348B26B1DF4}" dt="2025-02-28T19:59:12.310" v="18" actId="20577"/>
          <ac:spMkLst>
            <pc:docMk/>
            <pc:sldMk cId="4206866613" sldId="258"/>
            <ac:spMk id="5" creationId="{1967A448-01D9-4956-A50F-F9BFFBEC42EB}"/>
          </ac:spMkLst>
        </pc:spChg>
      </pc:sldChg>
      <pc:sldChg chg="modSp add replId">
        <pc:chgData name="SEBASTIAN DIEGO JIMENEZ NIETO" userId="S::sdjimenez4@espe.edu.ec::8b3b1eae-a86e-4dc5-a2b8-2fa53cc6984c" providerId="AD" clId="Web-{DB845236-6533-220C-655F-6348B26B1DF4}" dt="2025-02-28T20:26:15.525" v="355" actId="20577"/>
        <pc:sldMkLst>
          <pc:docMk/>
          <pc:sldMk cId="3281021823" sldId="448"/>
        </pc:sldMkLst>
        <pc:spChg chg="mod">
          <ac:chgData name="SEBASTIAN DIEGO JIMENEZ NIETO" userId="S::sdjimenez4@espe.edu.ec::8b3b1eae-a86e-4dc5-a2b8-2fa53cc6984c" providerId="AD" clId="Web-{DB845236-6533-220C-655F-6348B26B1DF4}" dt="2025-02-28T20:26:15.525" v="355" actId="20577"/>
          <ac:spMkLst>
            <pc:docMk/>
            <pc:sldMk cId="3281021823" sldId="448"/>
            <ac:spMk id="3" creationId="{45D91B74-C1F3-2E4D-2870-F2EEA4AD50AC}"/>
          </ac:spMkLst>
        </pc:spChg>
      </pc:sldChg>
      <pc:sldChg chg="addSp modSp add replId">
        <pc:chgData name="SEBASTIAN DIEGO JIMENEZ NIETO" userId="S::sdjimenez4@espe.edu.ec::8b3b1eae-a86e-4dc5-a2b8-2fa53cc6984c" providerId="AD" clId="Web-{DB845236-6533-220C-655F-6348B26B1DF4}" dt="2025-02-28T20:35:07.731" v="430" actId="20577"/>
        <pc:sldMkLst>
          <pc:docMk/>
          <pc:sldMk cId="45579779" sldId="449"/>
        </pc:sldMkLst>
        <pc:spChg chg="mod">
          <ac:chgData name="SEBASTIAN DIEGO JIMENEZ NIETO" userId="S::sdjimenez4@espe.edu.ec::8b3b1eae-a86e-4dc5-a2b8-2fa53cc6984c" providerId="AD" clId="Web-{DB845236-6533-220C-655F-6348B26B1DF4}" dt="2025-02-28T20:18:27.146" v="216" actId="20577"/>
          <ac:spMkLst>
            <pc:docMk/>
            <pc:sldMk cId="45579779" sldId="449"/>
            <ac:spMk id="2" creationId="{70AB9530-32DA-A97A-3F5B-9552E70314A5}"/>
          </ac:spMkLst>
        </pc:spChg>
        <pc:spChg chg="mod">
          <ac:chgData name="SEBASTIAN DIEGO JIMENEZ NIETO" userId="S::sdjimenez4@espe.edu.ec::8b3b1eae-a86e-4dc5-a2b8-2fa53cc6984c" providerId="AD" clId="Web-{DB845236-6533-220C-655F-6348B26B1DF4}" dt="2025-02-28T20:20:36.757" v="237" actId="20577"/>
          <ac:spMkLst>
            <pc:docMk/>
            <pc:sldMk cId="45579779" sldId="449"/>
            <ac:spMk id="3" creationId="{C54C3A87-4858-F7B6-F30D-FD8EB8867ADE}"/>
          </ac:spMkLst>
        </pc:spChg>
        <pc:spChg chg="mod">
          <ac:chgData name="SEBASTIAN DIEGO JIMENEZ NIETO" userId="S::sdjimenez4@espe.edu.ec::8b3b1eae-a86e-4dc5-a2b8-2fa53cc6984c" providerId="AD" clId="Web-{DB845236-6533-220C-655F-6348B26B1DF4}" dt="2025-02-28T20:35:07.731" v="430" actId="20577"/>
          <ac:spMkLst>
            <pc:docMk/>
            <pc:sldMk cId="45579779" sldId="449"/>
            <ac:spMk id="5" creationId="{B6214C9C-06DA-D4ED-E38E-A03ABA0212C9}"/>
          </ac:spMkLst>
        </pc:spChg>
        <pc:picChg chg="add mod">
          <ac:chgData name="SEBASTIAN DIEGO JIMENEZ NIETO" userId="S::sdjimenez4@espe.edu.ec::8b3b1eae-a86e-4dc5-a2b8-2fa53cc6984c" providerId="AD" clId="Web-{DB845236-6533-220C-655F-6348B26B1DF4}" dt="2025-02-28T20:20:23.069" v="236" actId="1076"/>
          <ac:picMkLst>
            <pc:docMk/>
            <pc:sldMk cId="45579779" sldId="449"/>
            <ac:picMk id="4" creationId="{C1FE2D13-0C32-CD92-1FA7-E4305008FA0E}"/>
          </ac:picMkLst>
        </pc:picChg>
      </pc:sldChg>
      <pc:sldChg chg="addSp delSp modSp add replId">
        <pc:chgData name="SEBASTIAN DIEGO JIMENEZ NIETO" userId="S::sdjimenez4@espe.edu.ec::8b3b1eae-a86e-4dc5-a2b8-2fa53cc6984c" providerId="AD" clId="Web-{DB845236-6533-220C-655F-6348B26B1DF4}" dt="2025-02-28T20:35:32.982" v="432"/>
        <pc:sldMkLst>
          <pc:docMk/>
          <pc:sldMk cId="464952346" sldId="450"/>
        </pc:sldMkLst>
        <pc:spChg chg="mod">
          <ac:chgData name="SEBASTIAN DIEGO JIMENEZ NIETO" userId="S::sdjimenez4@espe.edu.ec::8b3b1eae-a86e-4dc5-a2b8-2fa53cc6984c" providerId="AD" clId="Web-{DB845236-6533-220C-655F-6348B26B1DF4}" dt="2025-02-28T20:33:46.981" v="395" actId="20577"/>
          <ac:spMkLst>
            <pc:docMk/>
            <pc:sldMk cId="464952346" sldId="450"/>
            <ac:spMk id="3" creationId="{B00BEA40-65A0-FD96-2A8D-E10608AB8315}"/>
          </ac:spMkLst>
        </pc:spChg>
        <pc:spChg chg="mod">
          <ac:chgData name="SEBASTIAN DIEGO JIMENEZ NIETO" userId="S::sdjimenez4@espe.edu.ec::8b3b1eae-a86e-4dc5-a2b8-2fa53cc6984c" providerId="AD" clId="Web-{DB845236-6533-220C-655F-6348B26B1DF4}" dt="2025-02-28T20:35:32.982" v="432"/>
          <ac:spMkLst>
            <pc:docMk/>
            <pc:sldMk cId="464952346" sldId="450"/>
            <ac:spMk id="5" creationId="{198E81F4-040C-E2E4-C88F-DC614EEC609F}"/>
          </ac:spMkLst>
        </pc:spChg>
        <pc:picChg chg="del">
          <ac:chgData name="SEBASTIAN DIEGO JIMENEZ NIETO" userId="S::sdjimenez4@espe.edu.ec::8b3b1eae-a86e-4dc5-a2b8-2fa53cc6984c" providerId="AD" clId="Web-{DB845236-6533-220C-655F-6348B26B1DF4}" dt="2025-02-28T20:33:47.950" v="396"/>
          <ac:picMkLst>
            <pc:docMk/>
            <pc:sldMk cId="464952346" sldId="450"/>
            <ac:picMk id="4" creationId="{97FEBA85-8398-68BB-ABD5-806066B91680}"/>
          </ac:picMkLst>
        </pc:picChg>
        <pc:picChg chg="add mod modCrop">
          <ac:chgData name="SEBASTIAN DIEGO JIMENEZ NIETO" userId="S::sdjimenez4@espe.edu.ec::8b3b1eae-a86e-4dc5-a2b8-2fa53cc6984c" providerId="AD" clId="Web-{DB845236-6533-220C-655F-6348B26B1DF4}" dt="2025-02-28T20:34:16.309" v="403" actId="1076"/>
          <ac:picMkLst>
            <pc:docMk/>
            <pc:sldMk cId="464952346" sldId="450"/>
            <ac:picMk id="6" creationId="{27E1F37A-3258-90F3-DFB2-ED040478690E}"/>
          </ac:picMkLst>
        </pc:picChg>
      </pc:sldChg>
      <pc:sldChg chg="addSp delSp modSp add replId">
        <pc:chgData name="SEBASTIAN DIEGO JIMENEZ NIETO" userId="S::sdjimenez4@espe.edu.ec::8b3b1eae-a86e-4dc5-a2b8-2fa53cc6984c" providerId="AD" clId="Web-{DB845236-6533-220C-655F-6348B26B1DF4}" dt="2025-02-28T20:42:12.953" v="472"/>
        <pc:sldMkLst>
          <pc:docMk/>
          <pc:sldMk cId="1995931616" sldId="451"/>
        </pc:sldMkLst>
        <pc:spChg chg="mod">
          <ac:chgData name="SEBASTIAN DIEGO JIMENEZ NIETO" userId="S::sdjimenez4@espe.edu.ec::8b3b1eae-a86e-4dc5-a2b8-2fa53cc6984c" providerId="AD" clId="Web-{DB845236-6533-220C-655F-6348B26B1DF4}" dt="2025-02-28T20:41:52.359" v="470" actId="20577"/>
          <ac:spMkLst>
            <pc:docMk/>
            <pc:sldMk cId="1995931616" sldId="451"/>
            <ac:spMk id="3" creationId="{80F20EE5-A228-3905-E6F1-1973D8ECDD66}"/>
          </ac:spMkLst>
        </pc:spChg>
        <pc:spChg chg="mod">
          <ac:chgData name="SEBASTIAN DIEGO JIMENEZ NIETO" userId="S::sdjimenez4@espe.edu.ec::8b3b1eae-a86e-4dc5-a2b8-2fa53cc6984c" providerId="AD" clId="Web-{DB845236-6533-220C-655F-6348B26B1DF4}" dt="2025-02-28T20:42:12.953" v="472"/>
          <ac:spMkLst>
            <pc:docMk/>
            <pc:sldMk cId="1995931616" sldId="451"/>
            <ac:spMk id="5" creationId="{3F4A17AB-62A0-028F-D4EA-31E42A9BC4D5}"/>
          </ac:spMkLst>
        </pc:spChg>
        <pc:picChg chg="add mod">
          <ac:chgData name="SEBASTIAN DIEGO JIMENEZ NIETO" userId="S::sdjimenez4@espe.edu.ec::8b3b1eae-a86e-4dc5-a2b8-2fa53cc6984c" providerId="AD" clId="Web-{DB845236-6533-220C-655F-6348B26B1DF4}" dt="2025-02-28T20:40:55.796" v="451" actId="1076"/>
          <ac:picMkLst>
            <pc:docMk/>
            <pc:sldMk cId="1995931616" sldId="451"/>
            <ac:picMk id="4" creationId="{82742BF0-FA12-26C9-08B4-FD89E24BF37B}"/>
          </ac:picMkLst>
        </pc:picChg>
        <pc:picChg chg="del">
          <ac:chgData name="SEBASTIAN DIEGO JIMENEZ NIETO" userId="S::sdjimenez4@espe.edu.ec::8b3b1eae-a86e-4dc5-a2b8-2fa53cc6984c" providerId="AD" clId="Web-{DB845236-6533-220C-655F-6348B26B1DF4}" dt="2025-02-28T20:40:46.624" v="447"/>
          <ac:picMkLst>
            <pc:docMk/>
            <pc:sldMk cId="1995931616" sldId="451"/>
            <ac:picMk id="6" creationId="{073C517C-11C1-CC2F-E3BB-82FB5D05D1CA}"/>
          </ac:picMkLst>
        </pc:picChg>
      </pc:sldChg>
    </pc:docChg>
  </pc:docChgLst>
  <pc:docChgLst>
    <pc:chgData name="JIMENA NAYELI TUTILLO TUTILLO" userId="S::jntutillo@espe.edu.ec::f0c8bb3d-2d5e-46f8-8ecd-bb102e0a4caa" providerId="AD" clId="Web-{6627DEC4-4842-16F2-2A25-DAACAA1A8EC5}"/>
    <pc:docChg chg="addSld delSld modSld">
      <pc:chgData name="JIMENA NAYELI TUTILLO TUTILLO" userId="S::jntutillo@espe.edu.ec::f0c8bb3d-2d5e-46f8-8ecd-bb102e0a4caa" providerId="AD" clId="Web-{6627DEC4-4842-16F2-2A25-DAACAA1A8EC5}" dt="2025-03-01T00:23:57.764" v="679" actId="20577"/>
      <pc:docMkLst>
        <pc:docMk/>
      </pc:docMkLst>
      <pc:sldChg chg="del">
        <pc:chgData name="JIMENA NAYELI TUTILLO TUTILLO" userId="S::jntutillo@espe.edu.ec::f0c8bb3d-2d5e-46f8-8ecd-bb102e0a4caa" providerId="AD" clId="Web-{6627DEC4-4842-16F2-2A25-DAACAA1A8EC5}" dt="2025-02-28T23:40:48.626" v="0"/>
        <pc:sldMkLst>
          <pc:docMk/>
          <pc:sldMk cId="749377129" sldId="259"/>
        </pc:sldMkLst>
      </pc:sldChg>
      <pc:sldChg chg="modSp">
        <pc:chgData name="JIMENA NAYELI TUTILLO TUTILLO" userId="S::jntutillo@espe.edu.ec::f0c8bb3d-2d5e-46f8-8ecd-bb102e0a4caa" providerId="AD" clId="Web-{6627DEC4-4842-16F2-2A25-DAACAA1A8EC5}" dt="2025-02-28T23:45:08.044" v="3" actId="20577"/>
        <pc:sldMkLst>
          <pc:docMk/>
          <pc:sldMk cId="3141142147" sldId="261"/>
        </pc:sldMkLst>
        <pc:spChg chg="mod">
          <ac:chgData name="JIMENA NAYELI TUTILLO TUTILLO" userId="S::jntutillo@espe.edu.ec::f0c8bb3d-2d5e-46f8-8ecd-bb102e0a4caa" providerId="AD" clId="Web-{6627DEC4-4842-16F2-2A25-DAACAA1A8EC5}" dt="2025-02-28T23:45:08.044" v="3" actId="20577"/>
          <ac:spMkLst>
            <pc:docMk/>
            <pc:sldMk cId="3141142147" sldId="261"/>
            <ac:spMk id="5" creationId="{EFCE21EE-10DC-4503-9FD7-8D2960C780CB}"/>
          </ac:spMkLst>
        </pc:spChg>
      </pc:sldChg>
      <pc:sldChg chg="del">
        <pc:chgData name="JIMENA NAYELI TUTILLO TUTILLO" userId="S::jntutillo@espe.edu.ec::f0c8bb3d-2d5e-46f8-8ecd-bb102e0a4caa" providerId="AD" clId="Web-{6627DEC4-4842-16F2-2A25-DAACAA1A8EC5}" dt="2025-03-01T00:20:25.065" v="629"/>
        <pc:sldMkLst>
          <pc:docMk/>
          <pc:sldMk cId="179576126" sldId="262"/>
        </pc:sldMkLst>
      </pc:sldChg>
      <pc:sldChg chg="modSp">
        <pc:chgData name="JIMENA NAYELI TUTILLO TUTILLO" userId="S::jntutillo@espe.edu.ec::f0c8bb3d-2d5e-46f8-8ecd-bb102e0a4caa" providerId="AD" clId="Web-{6627DEC4-4842-16F2-2A25-DAACAA1A8EC5}" dt="2025-03-01T00:23:49.201" v="676" actId="20577"/>
        <pc:sldMkLst>
          <pc:docMk/>
          <pc:sldMk cId="3514226432" sldId="263"/>
        </pc:sldMkLst>
        <pc:spChg chg="mod">
          <ac:chgData name="JIMENA NAYELI TUTILLO TUTILLO" userId="S::jntutillo@espe.edu.ec::f0c8bb3d-2d5e-46f8-8ecd-bb102e0a4caa" providerId="AD" clId="Web-{6627DEC4-4842-16F2-2A25-DAACAA1A8EC5}" dt="2025-03-01T00:20:44.863" v="636" actId="20577"/>
          <ac:spMkLst>
            <pc:docMk/>
            <pc:sldMk cId="3514226432" sldId="263"/>
            <ac:spMk id="3" creationId="{DB0FD96C-3240-4673-A01D-AB9F82CF6BCE}"/>
          </ac:spMkLst>
        </pc:spChg>
        <pc:spChg chg="mod">
          <ac:chgData name="JIMENA NAYELI TUTILLO TUTILLO" userId="S::jntutillo@espe.edu.ec::f0c8bb3d-2d5e-46f8-8ecd-bb102e0a4caa" providerId="AD" clId="Web-{6627DEC4-4842-16F2-2A25-DAACAA1A8EC5}" dt="2025-03-01T00:23:49.201" v="676" actId="20577"/>
          <ac:spMkLst>
            <pc:docMk/>
            <pc:sldMk cId="3514226432" sldId="263"/>
            <ac:spMk id="5" creationId="{1C9745E7-07CB-4EAD-AB25-DF4CD32FFD3F}"/>
          </ac:spMkLst>
        </pc:spChg>
      </pc:sldChg>
      <pc:sldChg chg="addSp delSp modSp">
        <pc:chgData name="JIMENA NAYELI TUTILLO TUTILLO" userId="S::jntutillo@espe.edu.ec::f0c8bb3d-2d5e-46f8-8ecd-bb102e0a4caa" providerId="AD" clId="Web-{6627DEC4-4842-16F2-2A25-DAACAA1A8EC5}" dt="2025-03-01T00:23:57.764" v="679" actId="20577"/>
        <pc:sldMkLst>
          <pc:docMk/>
          <pc:sldMk cId="2891991657" sldId="324"/>
        </pc:sldMkLst>
        <pc:spChg chg="mod">
          <ac:chgData name="JIMENA NAYELI TUTILLO TUTILLO" userId="S::jntutillo@espe.edu.ec::f0c8bb3d-2d5e-46f8-8ecd-bb102e0a4caa" providerId="AD" clId="Web-{6627DEC4-4842-16F2-2A25-DAACAA1A8EC5}" dt="2025-03-01T00:20:17.643" v="628" actId="20577"/>
          <ac:spMkLst>
            <pc:docMk/>
            <pc:sldMk cId="2891991657" sldId="324"/>
            <ac:spMk id="3" creationId="{93B8F572-C439-414C-90FA-BE3C081E9B98}"/>
          </ac:spMkLst>
        </pc:spChg>
        <pc:spChg chg="mod">
          <ac:chgData name="JIMENA NAYELI TUTILLO TUTILLO" userId="S::jntutillo@espe.edu.ec::f0c8bb3d-2d5e-46f8-8ecd-bb102e0a4caa" providerId="AD" clId="Web-{6627DEC4-4842-16F2-2A25-DAACAA1A8EC5}" dt="2025-03-01T00:23:57.764" v="679" actId="20577"/>
          <ac:spMkLst>
            <pc:docMk/>
            <pc:sldMk cId="2891991657" sldId="324"/>
            <ac:spMk id="5" creationId="{EFCE21EE-10DC-4503-9FD7-8D2960C780CB}"/>
          </ac:spMkLst>
        </pc:spChg>
        <pc:picChg chg="add del mod">
          <ac:chgData name="JIMENA NAYELI TUTILLO TUTILLO" userId="S::jntutillo@espe.edu.ec::f0c8bb3d-2d5e-46f8-8ecd-bb102e0a4caa" providerId="AD" clId="Web-{6627DEC4-4842-16F2-2A25-DAACAA1A8EC5}" dt="2025-03-01T00:17:29.698" v="584"/>
          <ac:picMkLst>
            <pc:docMk/>
            <pc:sldMk cId="2891991657" sldId="324"/>
            <ac:picMk id="4" creationId="{4A319946-9616-3411-BE64-6A4EA33E1E2D}"/>
          </ac:picMkLst>
        </pc:picChg>
      </pc:sldChg>
      <pc:sldChg chg="addSp delSp modSp">
        <pc:chgData name="JIMENA NAYELI TUTILLO TUTILLO" userId="S::jntutillo@espe.edu.ec::f0c8bb3d-2d5e-46f8-8ecd-bb102e0a4caa" providerId="AD" clId="Web-{6627DEC4-4842-16F2-2A25-DAACAA1A8EC5}" dt="2025-02-28T23:46:56.662" v="21" actId="1076"/>
        <pc:sldMkLst>
          <pc:docMk/>
          <pc:sldMk cId="865893597" sldId="325"/>
        </pc:sldMkLst>
        <pc:spChg chg="mod">
          <ac:chgData name="JIMENA NAYELI TUTILLO TUTILLO" userId="S::jntutillo@espe.edu.ec::f0c8bb3d-2d5e-46f8-8ecd-bb102e0a4caa" providerId="AD" clId="Web-{6627DEC4-4842-16F2-2A25-DAACAA1A8EC5}" dt="2025-02-28T23:46:47.209" v="18" actId="20577"/>
          <ac:spMkLst>
            <pc:docMk/>
            <pc:sldMk cId="865893597" sldId="325"/>
            <ac:spMk id="3" creationId="{93B8F572-C439-414C-90FA-BE3C081E9B98}"/>
          </ac:spMkLst>
        </pc:spChg>
        <pc:spChg chg="mod">
          <ac:chgData name="JIMENA NAYELI TUTILLO TUTILLO" userId="S::jntutillo@espe.edu.ec::f0c8bb3d-2d5e-46f8-8ecd-bb102e0a4caa" providerId="AD" clId="Web-{6627DEC4-4842-16F2-2A25-DAACAA1A8EC5}" dt="2025-02-28T23:46:06.096" v="10" actId="20577"/>
          <ac:spMkLst>
            <pc:docMk/>
            <pc:sldMk cId="865893597" sldId="325"/>
            <ac:spMk id="5" creationId="{EFCE21EE-10DC-4503-9FD7-8D2960C780CB}"/>
          </ac:spMkLst>
        </pc:spChg>
        <pc:picChg chg="del">
          <ac:chgData name="JIMENA NAYELI TUTILLO TUTILLO" userId="S::jntutillo@espe.edu.ec::f0c8bb3d-2d5e-46f8-8ecd-bb102e0a4caa" providerId="AD" clId="Web-{6627DEC4-4842-16F2-2A25-DAACAA1A8EC5}" dt="2025-02-28T23:46:18.721" v="11"/>
          <ac:picMkLst>
            <pc:docMk/>
            <pc:sldMk cId="865893597" sldId="325"/>
            <ac:picMk id="4" creationId="{1FD01580-FB65-8EA9-91BA-B66940DFA0EC}"/>
          </ac:picMkLst>
        </pc:picChg>
        <pc:picChg chg="add mod">
          <ac:chgData name="JIMENA NAYELI TUTILLO TUTILLO" userId="S::jntutillo@espe.edu.ec::f0c8bb3d-2d5e-46f8-8ecd-bb102e0a4caa" providerId="AD" clId="Web-{6627DEC4-4842-16F2-2A25-DAACAA1A8EC5}" dt="2025-02-28T23:46:56.662" v="21" actId="1076"/>
          <ac:picMkLst>
            <pc:docMk/>
            <pc:sldMk cId="865893597" sldId="325"/>
            <ac:picMk id="6" creationId="{B60FF950-0FC9-0CB0-D38D-352817DF5F9C}"/>
          </ac:picMkLst>
        </pc:picChg>
      </pc:sldChg>
      <pc:sldChg chg="addSp delSp modSp">
        <pc:chgData name="JIMENA NAYELI TUTILLO TUTILLO" userId="S::jntutillo@espe.edu.ec::f0c8bb3d-2d5e-46f8-8ecd-bb102e0a4caa" providerId="AD" clId="Web-{6627DEC4-4842-16F2-2A25-DAACAA1A8EC5}" dt="2025-02-28T23:49:44.093" v="74" actId="1076"/>
        <pc:sldMkLst>
          <pc:docMk/>
          <pc:sldMk cId="2372064775" sldId="326"/>
        </pc:sldMkLst>
        <pc:spChg chg="mod">
          <ac:chgData name="JIMENA NAYELI TUTILLO TUTILLO" userId="S::jntutillo@espe.edu.ec::f0c8bb3d-2d5e-46f8-8ecd-bb102e0a4caa" providerId="AD" clId="Web-{6627DEC4-4842-16F2-2A25-DAACAA1A8EC5}" dt="2025-02-28T23:49:13.092" v="60" actId="20577"/>
          <ac:spMkLst>
            <pc:docMk/>
            <pc:sldMk cId="2372064775" sldId="326"/>
            <ac:spMk id="3" creationId="{93B8F572-C439-414C-90FA-BE3C081E9B98}"/>
          </ac:spMkLst>
        </pc:spChg>
        <pc:spChg chg="mod">
          <ac:chgData name="JIMENA NAYELI TUTILLO TUTILLO" userId="S::jntutillo@espe.edu.ec::f0c8bb3d-2d5e-46f8-8ecd-bb102e0a4caa" providerId="AD" clId="Web-{6627DEC4-4842-16F2-2A25-DAACAA1A8EC5}" dt="2025-02-28T23:48:57.200" v="55" actId="20577"/>
          <ac:spMkLst>
            <pc:docMk/>
            <pc:sldMk cId="2372064775" sldId="326"/>
            <ac:spMk id="5" creationId="{EFCE21EE-10DC-4503-9FD7-8D2960C780CB}"/>
          </ac:spMkLst>
        </pc:spChg>
        <pc:picChg chg="add del mod">
          <ac:chgData name="JIMENA NAYELI TUTILLO TUTILLO" userId="S::jntutillo@espe.edu.ec::f0c8bb3d-2d5e-46f8-8ecd-bb102e0a4caa" providerId="AD" clId="Web-{6627DEC4-4842-16F2-2A25-DAACAA1A8EC5}" dt="2025-02-28T23:49:37.702" v="70"/>
          <ac:picMkLst>
            <pc:docMk/>
            <pc:sldMk cId="2372064775" sldId="326"/>
            <ac:picMk id="4" creationId="{A5DB95CA-CEF0-F307-C5F6-4BAEC94DFA66}"/>
          </ac:picMkLst>
        </pc:picChg>
        <pc:picChg chg="del">
          <ac:chgData name="JIMENA NAYELI TUTILLO TUTILLO" userId="S::jntutillo@espe.edu.ec::f0c8bb3d-2d5e-46f8-8ecd-bb102e0a4caa" providerId="AD" clId="Web-{6627DEC4-4842-16F2-2A25-DAACAA1A8EC5}" dt="2025-02-28T23:49:13.623" v="61"/>
          <ac:picMkLst>
            <pc:docMk/>
            <pc:sldMk cId="2372064775" sldId="326"/>
            <ac:picMk id="6" creationId="{13EA5F8F-CD8E-5CB9-AA7A-A14DB91A9066}"/>
          </ac:picMkLst>
        </pc:picChg>
        <pc:picChg chg="del">
          <ac:chgData name="JIMENA NAYELI TUTILLO TUTILLO" userId="S::jntutillo@espe.edu.ec::f0c8bb3d-2d5e-46f8-8ecd-bb102e0a4caa" providerId="AD" clId="Web-{6627DEC4-4842-16F2-2A25-DAACAA1A8EC5}" dt="2025-02-28T23:49:15.170" v="62"/>
          <ac:picMkLst>
            <pc:docMk/>
            <pc:sldMk cId="2372064775" sldId="326"/>
            <ac:picMk id="7" creationId="{8C30E6B5-32FE-F0CB-2CDD-61154C4A1F32}"/>
          </ac:picMkLst>
        </pc:picChg>
        <pc:picChg chg="add mod">
          <ac:chgData name="JIMENA NAYELI TUTILLO TUTILLO" userId="S::jntutillo@espe.edu.ec::f0c8bb3d-2d5e-46f8-8ecd-bb102e0a4caa" providerId="AD" clId="Web-{6627DEC4-4842-16F2-2A25-DAACAA1A8EC5}" dt="2025-02-28T23:49:39.249" v="71" actId="1076"/>
          <ac:picMkLst>
            <pc:docMk/>
            <pc:sldMk cId="2372064775" sldId="326"/>
            <ac:picMk id="8" creationId="{29B1DFED-4011-C7C8-E301-429A61844BF6}"/>
          </ac:picMkLst>
        </pc:picChg>
        <pc:picChg chg="add mod">
          <ac:chgData name="JIMENA NAYELI TUTILLO TUTILLO" userId="S::jntutillo@espe.edu.ec::f0c8bb3d-2d5e-46f8-8ecd-bb102e0a4caa" providerId="AD" clId="Web-{6627DEC4-4842-16F2-2A25-DAACAA1A8EC5}" dt="2025-02-28T23:49:44.093" v="74" actId="1076"/>
          <ac:picMkLst>
            <pc:docMk/>
            <pc:sldMk cId="2372064775" sldId="326"/>
            <ac:picMk id="9" creationId="{2C3FCC87-3539-80AF-4CFC-5377ABBD0090}"/>
          </ac:picMkLst>
        </pc:picChg>
      </pc:sldChg>
      <pc:sldChg chg="addSp delSp modSp">
        <pc:chgData name="JIMENA NAYELI TUTILLO TUTILLO" userId="S::jntutillo@espe.edu.ec::f0c8bb3d-2d5e-46f8-8ecd-bb102e0a4caa" providerId="AD" clId="Web-{6627DEC4-4842-16F2-2A25-DAACAA1A8EC5}" dt="2025-02-28T23:50:43.471" v="91" actId="1076"/>
        <pc:sldMkLst>
          <pc:docMk/>
          <pc:sldMk cId="1570658669" sldId="327"/>
        </pc:sldMkLst>
        <pc:spChg chg="mod">
          <ac:chgData name="JIMENA NAYELI TUTILLO TUTILLO" userId="S::jntutillo@espe.edu.ec::f0c8bb3d-2d5e-46f8-8ecd-bb102e0a4caa" providerId="AD" clId="Web-{6627DEC4-4842-16F2-2A25-DAACAA1A8EC5}" dt="2025-02-28T23:50:40.611" v="89" actId="20577"/>
          <ac:spMkLst>
            <pc:docMk/>
            <pc:sldMk cId="1570658669" sldId="327"/>
            <ac:spMk id="3" creationId="{93B8F572-C439-414C-90FA-BE3C081E9B98}"/>
          </ac:spMkLst>
        </pc:spChg>
        <pc:spChg chg="mod">
          <ac:chgData name="JIMENA NAYELI TUTILLO TUTILLO" userId="S::jntutillo@espe.edu.ec::f0c8bb3d-2d5e-46f8-8ecd-bb102e0a4caa" providerId="AD" clId="Web-{6627DEC4-4842-16F2-2A25-DAACAA1A8EC5}" dt="2025-02-28T23:49:55.797" v="75" actId="20577"/>
          <ac:spMkLst>
            <pc:docMk/>
            <pc:sldMk cId="1570658669" sldId="327"/>
            <ac:spMk id="5" creationId="{EFCE21EE-10DC-4503-9FD7-8D2960C780CB}"/>
          </ac:spMkLst>
        </pc:spChg>
        <pc:picChg chg="del">
          <ac:chgData name="JIMENA NAYELI TUTILLO TUTILLO" userId="S::jntutillo@espe.edu.ec::f0c8bb3d-2d5e-46f8-8ecd-bb102e0a4caa" providerId="AD" clId="Web-{6627DEC4-4842-16F2-2A25-DAACAA1A8EC5}" dt="2025-02-28T23:49:57.219" v="76"/>
          <ac:picMkLst>
            <pc:docMk/>
            <pc:sldMk cId="1570658669" sldId="327"/>
            <ac:picMk id="4" creationId="{8D74DE73-49CF-81DD-0553-D6D85E8BC0E3}"/>
          </ac:picMkLst>
        </pc:picChg>
        <pc:picChg chg="add del mod">
          <ac:chgData name="JIMENA NAYELI TUTILLO TUTILLO" userId="S::jntutillo@espe.edu.ec::f0c8bb3d-2d5e-46f8-8ecd-bb102e0a4caa" providerId="AD" clId="Web-{6627DEC4-4842-16F2-2A25-DAACAA1A8EC5}" dt="2025-02-28T23:50:23.111" v="82"/>
          <ac:picMkLst>
            <pc:docMk/>
            <pc:sldMk cId="1570658669" sldId="327"/>
            <ac:picMk id="6" creationId="{FBCB465D-22A1-1045-965B-90B57F634972}"/>
          </ac:picMkLst>
        </pc:picChg>
        <pc:picChg chg="add mod">
          <ac:chgData name="JIMENA NAYELI TUTILLO TUTILLO" userId="S::jntutillo@espe.edu.ec::f0c8bb3d-2d5e-46f8-8ecd-bb102e0a4caa" providerId="AD" clId="Web-{6627DEC4-4842-16F2-2A25-DAACAA1A8EC5}" dt="2025-02-28T23:50:43.471" v="91" actId="1076"/>
          <ac:picMkLst>
            <pc:docMk/>
            <pc:sldMk cId="1570658669" sldId="327"/>
            <ac:picMk id="7" creationId="{94FCD848-317A-B483-20E6-F69203696B44}"/>
          </ac:picMkLst>
        </pc:picChg>
      </pc:sldChg>
      <pc:sldChg chg="addSp delSp modSp">
        <pc:chgData name="JIMENA NAYELI TUTILLO TUTILLO" userId="S::jntutillo@espe.edu.ec::f0c8bb3d-2d5e-46f8-8ecd-bb102e0a4caa" providerId="AD" clId="Web-{6627DEC4-4842-16F2-2A25-DAACAA1A8EC5}" dt="2025-02-28T23:53:58.308" v="148" actId="20577"/>
        <pc:sldMkLst>
          <pc:docMk/>
          <pc:sldMk cId="97457025" sldId="328"/>
        </pc:sldMkLst>
        <pc:spChg chg="mod">
          <ac:chgData name="JIMENA NAYELI TUTILLO TUTILLO" userId="S::jntutillo@espe.edu.ec::f0c8bb3d-2d5e-46f8-8ecd-bb102e0a4caa" providerId="AD" clId="Web-{6627DEC4-4842-16F2-2A25-DAACAA1A8EC5}" dt="2025-02-28T23:51:51.146" v="114" actId="14100"/>
          <ac:spMkLst>
            <pc:docMk/>
            <pc:sldMk cId="97457025" sldId="328"/>
            <ac:spMk id="3" creationId="{93B8F572-C439-414C-90FA-BE3C081E9B98}"/>
          </ac:spMkLst>
        </pc:spChg>
        <pc:spChg chg="mod">
          <ac:chgData name="JIMENA NAYELI TUTILLO TUTILLO" userId="S::jntutillo@espe.edu.ec::f0c8bb3d-2d5e-46f8-8ecd-bb102e0a4caa" providerId="AD" clId="Web-{6627DEC4-4842-16F2-2A25-DAACAA1A8EC5}" dt="2025-02-28T23:53:58.308" v="148" actId="20577"/>
          <ac:spMkLst>
            <pc:docMk/>
            <pc:sldMk cId="97457025" sldId="328"/>
            <ac:spMk id="5" creationId="{EFCE21EE-10DC-4503-9FD7-8D2960C780CB}"/>
          </ac:spMkLst>
        </pc:spChg>
        <pc:picChg chg="del mod">
          <ac:chgData name="JIMENA NAYELI TUTILLO TUTILLO" userId="S::jntutillo@espe.edu.ec::f0c8bb3d-2d5e-46f8-8ecd-bb102e0a4caa" providerId="AD" clId="Web-{6627DEC4-4842-16F2-2A25-DAACAA1A8EC5}" dt="2025-02-28T23:50:59.847" v="96"/>
          <ac:picMkLst>
            <pc:docMk/>
            <pc:sldMk cId="97457025" sldId="328"/>
            <ac:picMk id="4" creationId="{53D6C0B7-4040-C370-A950-872BC2EC5EEC}"/>
          </ac:picMkLst>
        </pc:picChg>
        <pc:picChg chg="add mod">
          <ac:chgData name="JIMENA NAYELI TUTILLO TUTILLO" userId="S::jntutillo@espe.edu.ec::f0c8bb3d-2d5e-46f8-8ecd-bb102e0a4caa" providerId="AD" clId="Web-{6627DEC4-4842-16F2-2A25-DAACAA1A8EC5}" dt="2025-02-28T23:51:46.911" v="112" actId="1076"/>
          <ac:picMkLst>
            <pc:docMk/>
            <pc:sldMk cId="97457025" sldId="328"/>
            <ac:picMk id="6" creationId="{EC80EB2C-1EF4-1A6B-FD04-A5BB1FB1E65D}"/>
          </ac:picMkLst>
        </pc:picChg>
        <pc:picChg chg="del">
          <ac:chgData name="JIMENA NAYELI TUTILLO TUTILLO" userId="S::jntutillo@espe.edu.ec::f0c8bb3d-2d5e-46f8-8ecd-bb102e0a4caa" providerId="AD" clId="Web-{6627DEC4-4842-16F2-2A25-DAACAA1A8EC5}" dt="2025-02-28T23:51:22.520" v="103"/>
          <ac:picMkLst>
            <pc:docMk/>
            <pc:sldMk cId="97457025" sldId="328"/>
            <ac:picMk id="7" creationId="{8EF14ABF-0D1A-426C-9470-120643CE0975}"/>
          </ac:picMkLst>
        </pc:picChg>
        <pc:picChg chg="add mod">
          <ac:chgData name="JIMENA NAYELI TUTILLO TUTILLO" userId="S::jntutillo@espe.edu.ec::f0c8bb3d-2d5e-46f8-8ecd-bb102e0a4caa" providerId="AD" clId="Web-{6627DEC4-4842-16F2-2A25-DAACAA1A8EC5}" dt="2025-02-28T23:51:47.990" v="113" actId="1076"/>
          <ac:picMkLst>
            <pc:docMk/>
            <pc:sldMk cId="97457025" sldId="328"/>
            <ac:picMk id="8" creationId="{30E5D664-2A22-CC2D-63E5-8AEA9B990584}"/>
          </ac:picMkLst>
        </pc:picChg>
      </pc:sldChg>
      <pc:sldChg chg="addSp delSp modSp">
        <pc:chgData name="JIMENA NAYELI TUTILLO TUTILLO" userId="S::jntutillo@espe.edu.ec::f0c8bb3d-2d5e-46f8-8ecd-bb102e0a4caa" providerId="AD" clId="Web-{6627DEC4-4842-16F2-2A25-DAACAA1A8EC5}" dt="2025-02-28T23:54:03.637" v="149" actId="20577"/>
        <pc:sldMkLst>
          <pc:docMk/>
          <pc:sldMk cId="2559156449" sldId="329"/>
        </pc:sldMkLst>
        <pc:spChg chg="mod">
          <ac:chgData name="JIMENA NAYELI TUTILLO TUTILLO" userId="S::jntutillo@espe.edu.ec::f0c8bb3d-2d5e-46f8-8ecd-bb102e0a4caa" providerId="AD" clId="Web-{6627DEC4-4842-16F2-2A25-DAACAA1A8EC5}" dt="2025-02-28T23:52:41.539" v="132" actId="1076"/>
          <ac:spMkLst>
            <pc:docMk/>
            <pc:sldMk cId="2559156449" sldId="329"/>
            <ac:spMk id="3" creationId="{93B8F572-C439-414C-90FA-BE3C081E9B98}"/>
          </ac:spMkLst>
        </pc:spChg>
        <pc:spChg chg="mod">
          <ac:chgData name="JIMENA NAYELI TUTILLO TUTILLO" userId="S::jntutillo@espe.edu.ec::f0c8bb3d-2d5e-46f8-8ecd-bb102e0a4caa" providerId="AD" clId="Web-{6627DEC4-4842-16F2-2A25-DAACAA1A8EC5}" dt="2025-02-28T23:54:03.637" v="149" actId="20577"/>
          <ac:spMkLst>
            <pc:docMk/>
            <pc:sldMk cId="2559156449" sldId="329"/>
            <ac:spMk id="5" creationId="{EFCE21EE-10DC-4503-9FD7-8D2960C780CB}"/>
          </ac:spMkLst>
        </pc:spChg>
        <pc:picChg chg="add mod">
          <ac:chgData name="JIMENA NAYELI TUTILLO TUTILLO" userId="S::jntutillo@espe.edu.ec::f0c8bb3d-2d5e-46f8-8ecd-bb102e0a4caa" providerId="AD" clId="Web-{6627DEC4-4842-16F2-2A25-DAACAA1A8EC5}" dt="2025-02-28T23:52:43.367" v="133" actId="1076"/>
          <ac:picMkLst>
            <pc:docMk/>
            <pc:sldMk cId="2559156449" sldId="329"/>
            <ac:picMk id="4" creationId="{0FAF59A4-F9C7-61BD-1518-915ED0814BC5}"/>
          </ac:picMkLst>
        </pc:picChg>
        <pc:picChg chg="del">
          <ac:chgData name="JIMENA NAYELI TUTILLO TUTILLO" userId="S::jntutillo@espe.edu.ec::f0c8bb3d-2d5e-46f8-8ecd-bb102e0a4caa" providerId="AD" clId="Web-{6627DEC4-4842-16F2-2A25-DAACAA1A8EC5}" dt="2025-02-28T23:52:18.054" v="122"/>
          <ac:picMkLst>
            <pc:docMk/>
            <pc:sldMk cId="2559156449" sldId="329"/>
            <ac:picMk id="6" creationId="{A8FEA759-72B8-9599-AD03-3E4A8A3FC3DD}"/>
          </ac:picMkLst>
        </pc:picChg>
        <pc:picChg chg="del">
          <ac:chgData name="JIMENA NAYELI TUTILLO TUTILLO" userId="S::jntutillo@espe.edu.ec::f0c8bb3d-2d5e-46f8-8ecd-bb102e0a4caa" providerId="AD" clId="Web-{6627DEC4-4842-16F2-2A25-DAACAA1A8EC5}" dt="2025-02-28T23:52:17.616" v="121"/>
          <ac:picMkLst>
            <pc:docMk/>
            <pc:sldMk cId="2559156449" sldId="329"/>
            <ac:picMk id="8" creationId="{A4E20A56-5F2D-0479-3A83-3CA51A57AD03}"/>
          </ac:picMkLst>
        </pc:picChg>
      </pc:sldChg>
      <pc:sldChg chg="addSp delSp modSp">
        <pc:chgData name="JIMENA NAYELI TUTILLO TUTILLO" userId="S::jntutillo@espe.edu.ec::f0c8bb3d-2d5e-46f8-8ecd-bb102e0a4caa" providerId="AD" clId="Web-{6627DEC4-4842-16F2-2A25-DAACAA1A8EC5}" dt="2025-02-28T23:54:08.028" v="150" actId="20577"/>
        <pc:sldMkLst>
          <pc:docMk/>
          <pc:sldMk cId="3663893953" sldId="331"/>
        </pc:sldMkLst>
        <pc:spChg chg="mod">
          <ac:chgData name="JIMENA NAYELI TUTILLO TUTILLO" userId="S::jntutillo@espe.edu.ec::f0c8bb3d-2d5e-46f8-8ecd-bb102e0a4caa" providerId="AD" clId="Web-{6627DEC4-4842-16F2-2A25-DAACAA1A8EC5}" dt="2025-02-28T23:53:15.494" v="143" actId="1076"/>
          <ac:spMkLst>
            <pc:docMk/>
            <pc:sldMk cId="3663893953" sldId="331"/>
            <ac:spMk id="3" creationId="{93B8F572-C439-414C-90FA-BE3C081E9B98}"/>
          </ac:spMkLst>
        </pc:spChg>
        <pc:spChg chg="mod">
          <ac:chgData name="JIMENA NAYELI TUTILLO TUTILLO" userId="S::jntutillo@espe.edu.ec::f0c8bb3d-2d5e-46f8-8ecd-bb102e0a4caa" providerId="AD" clId="Web-{6627DEC4-4842-16F2-2A25-DAACAA1A8EC5}" dt="2025-02-28T23:54:08.028" v="150" actId="20577"/>
          <ac:spMkLst>
            <pc:docMk/>
            <pc:sldMk cId="3663893953" sldId="331"/>
            <ac:spMk id="5" creationId="{EFCE21EE-10DC-4503-9FD7-8D2960C780CB}"/>
          </ac:spMkLst>
        </pc:spChg>
        <pc:picChg chg="del">
          <ac:chgData name="JIMENA NAYELI TUTILLO TUTILLO" userId="S::jntutillo@espe.edu.ec::f0c8bb3d-2d5e-46f8-8ecd-bb102e0a4caa" providerId="AD" clId="Web-{6627DEC4-4842-16F2-2A25-DAACAA1A8EC5}" dt="2025-02-28T23:53:04.384" v="135"/>
          <ac:picMkLst>
            <pc:docMk/>
            <pc:sldMk cId="3663893953" sldId="331"/>
            <ac:picMk id="4" creationId="{7C6D2119-B4A5-7F6C-4D39-882AEA93E3AC}"/>
          </ac:picMkLst>
        </pc:picChg>
        <pc:picChg chg="del">
          <ac:chgData name="JIMENA NAYELI TUTILLO TUTILLO" userId="S::jntutillo@espe.edu.ec::f0c8bb3d-2d5e-46f8-8ecd-bb102e0a4caa" providerId="AD" clId="Web-{6627DEC4-4842-16F2-2A25-DAACAA1A8EC5}" dt="2025-02-28T23:53:03.774" v="134"/>
          <ac:picMkLst>
            <pc:docMk/>
            <pc:sldMk cId="3663893953" sldId="331"/>
            <ac:picMk id="6" creationId="{A54E8A07-566A-8BAF-680A-E05E12A0A3AB}"/>
          </ac:picMkLst>
        </pc:picChg>
        <pc:picChg chg="add mod">
          <ac:chgData name="JIMENA NAYELI TUTILLO TUTILLO" userId="S::jntutillo@espe.edu.ec::f0c8bb3d-2d5e-46f8-8ecd-bb102e0a4caa" providerId="AD" clId="Web-{6627DEC4-4842-16F2-2A25-DAACAA1A8EC5}" dt="2025-02-28T23:53:23.947" v="147" actId="1076"/>
          <ac:picMkLst>
            <pc:docMk/>
            <pc:sldMk cId="3663893953" sldId="331"/>
            <ac:picMk id="7" creationId="{81A02F7A-B0D7-A347-16C9-2CF8D49011D2}"/>
          </ac:picMkLst>
        </pc:picChg>
      </pc:sldChg>
      <pc:sldChg chg="addSp delSp modSp">
        <pc:chgData name="JIMENA NAYELI TUTILLO TUTILLO" userId="S::jntutillo@espe.edu.ec::f0c8bb3d-2d5e-46f8-8ecd-bb102e0a4caa" providerId="AD" clId="Web-{6627DEC4-4842-16F2-2A25-DAACAA1A8EC5}" dt="2025-02-28T23:56:04.206" v="273" actId="1076"/>
        <pc:sldMkLst>
          <pc:docMk/>
          <pc:sldMk cId="4261152526" sldId="332"/>
        </pc:sldMkLst>
        <pc:spChg chg="mod">
          <ac:chgData name="JIMENA NAYELI TUTILLO TUTILLO" userId="S::jntutillo@espe.edu.ec::f0c8bb3d-2d5e-46f8-8ecd-bb102e0a4caa" providerId="AD" clId="Web-{6627DEC4-4842-16F2-2A25-DAACAA1A8EC5}" dt="2025-02-28T23:55:54.065" v="268" actId="20577"/>
          <ac:spMkLst>
            <pc:docMk/>
            <pc:sldMk cId="4261152526" sldId="332"/>
            <ac:spMk id="3" creationId="{93B8F572-C439-414C-90FA-BE3C081E9B98}"/>
          </ac:spMkLst>
        </pc:spChg>
        <pc:spChg chg="mod">
          <ac:chgData name="JIMENA NAYELI TUTILLO TUTILLO" userId="S::jntutillo@espe.edu.ec::f0c8bb3d-2d5e-46f8-8ecd-bb102e0a4caa" providerId="AD" clId="Web-{6627DEC4-4842-16F2-2A25-DAACAA1A8EC5}" dt="2025-02-28T23:54:12.840" v="151" actId="20577"/>
          <ac:spMkLst>
            <pc:docMk/>
            <pc:sldMk cId="4261152526" sldId="332"/>
            <ac:spMk id="5" creationId="{EFCE21EE-10DC-4503-9FD7-8D2960C780CB}"/>
          </ac:spMkLst>
        </pc:spChg>
        <pc:picChg chg="add mod">
          <ac:chgData name="JIMENA NAYELI TUTILLO TUTILLO" userId="S::jntutillo@espe.edu.ec::f0c8bb3d-2d5e-46f8-8ecd-bb102e0a4caa" providerId="AD" clId="Web-{6627DEC4-4842-16F2-2A25-DAACAA1A8EC5}" dt="2025-02-28T23:55:57.752" v="270" actId="1076"/>
          <ac:picMkLst>
            <pc:docMk/>
            <pc:sldMk cId="4261152526" sldId="332"/>
            <ac:picMk id="4" creationId="{337533CC-D367-C90C-E1A0-77E691D9A407}"/>
          </ac:picMkLst>
        </pc:picChg>
        <pc:picChg chg="del">
          <ac:chgData name="JIMENA NAYELI TUTILLO TUTILLO" userId="S::jntutillo@espe.edu.ec::f0c8bb3d-2d5e-46f8-8ecd-bb102e0a4caa" providerId="AD" clId="Web-{6627DEC4-4842-16F2-2A25-DAACAA1A8EC5}" dt="2025-02-28T23:55:16.860" v="237"/>
          <ac:picMkLst>
            <pc:docMk/>
            <pc:sldMk cId="4261152526" sldId="332"/>
            <ac:picMk id="6" creationId="{42DF7781-406C-82F7-6010-6C79A985D962}"/>
          </ac:picMkLst>
        </pc:picChg>
        <pc:picChg chg="add mod">
          <ac:chgData name="JIMENA NAYELI TUTILLO TUTILLO" userId="S::jntutillo@espe.edu.ec::f0c8bb3d-2d5e-46f8-8ecd-bb102e0a4caa" providerId="AD" clId="Web-{6627DEC4-4842-16F2-2A25-DAACAA1A8EC5}" dt="2025-02-28T23:56:04.206" v="273" actId="1076"/>
          <ac:picMkLst>
            <pc:docMk/>
            <pc:sldMk cId="4261152526" sldId="332"/>
            <ac:picMk id="7" creationId="{3F01A7B3-3648-CD8D-14D3-FADB197D35B7}"/>
          </ac:picMkLst>
        </pc:picChg>
      </pc:sldChg>
      <pc:sldChg chg="addSp delSp modSp">
        <pc:chgData name="JIMENA NAYELI TUTILLO TUTILLO" userId="S::jntutillo@espe.edu.ec::f0c8bb3d-2d5e-46f8-8ecd-bb102e0a4caa" providerId="AD" clId="Web-{6627DEC4-4842-16F2-2A25-DAACAA1A8EC5}" dt="2025-02-28T23:57:08.396" v="298" actId="1076"/>
        <pc:sldMkLst>
          <pc:docMk/>
          <pc:sldMk cId="2065198200" sldId="333"/>
        </pc:sldMkLst>
        <pc:spChg chg="mod">
          <ac:chgData name="JIMENA NAYELI TUTILLO TUTILLO" userId="S::jntutillo@espe.edu.ec::f0c8bb3d-2d5e-46f8-8ecd-bb102e0a4caa" providerId="AD" clId="Web-{6627DEC4-4842-16F2-2A25-DAACAA1A8EC5}" dt="2025-02-28T23:56:49.177" v="288" actId="20577"/>
          <ac:spMkLst>
            <pc:docMk/>
            <pc:sldMk cId="2065198200" sldId="333"/>
            <ac:spMk id="3" creationId="{93B8F572-C439-414C-90FA-BE3C081E9B98}"/>
          </ac:spMkLst>
        </pc:spChg>
        <pc:spChg chg="mod">
          <ac:chgData name="JIMENA NAYELI TUTILLO TUTILLO" userId="S::jntutillo@espe.edu.ec::f0c8bb3d-2d5e-46f8-8ecd-bb102e0a4caa" providerId="AD" clId="Web-{6627DEC4-4842-16F2-2A25-DAACAA1A8EC5}" dt="2025-02-28T23:54:17.231" v="152" actId="20577"/>
          <ac:spMkLst>
            <pc:docMk/>
            <pc:sldMk cId="2065198200" sldId="333"/>
            <ac:spMk id="5" creationId="{EFCE21EE-10DC-4503-9FD7-8D2960C780CB}"/>
          </ac:spMkLst>
        </pc:spChg>
        <pc:picChg chg="add mod">
          <ac:chgData name="JIMENA NAYELI TUTILLO TUTILLO" userId="S::jntutillo@espe.edu.ec::f0c8bb3d-2d5e-46f8-8ecd-bb102e0a4caa" providerId="AD" clId="Web-{6627DEC4-4842-16F2-2A25-DAACAA1A8EC5}" dt="2025-02-28T23:57:07.053" v="297" actId="1076"/>
          <ac:picMkLst>
            <pc:docMk/>
            <pc:sldMk cId="2065198200" sldId="333"/>
            <ac:picMk id="4" creationId="{8320146D-E498-EB76-8470-34914F42926C}"/>
          </ac:picMkLst>
        </pc:picChg>
        <pc:picChg chg="del">
          <ac:chgData name="JIMENA NAYELI TUTILLO TUTILLO" userId="S::jntutillo@espe.edu.ec::f0c8bb3d-2d5e-46f8-8ecd-bb102e0a4caa" providerId="AD" clId="Web-{6627DEC4-4842-16F2-2A25-DAACAA1A8EC5}" dt="2025-02-28T23:56:21.566" v="274"/>
          <ac:picMkLst>
            <pc:docMk/>
            <pc:sldMk cId="2065198200" sldId="333"/>
            <ac:picMk id="6" creationId="{1D1FA54A-75D7-18C6-D682-F1B76A1FF332}"/>
          </ac:picMkLst>
        </pc:picChg>
        <pc:picChg chg="add mod">
          <ac:chgData name="JIMENA NAYELI TUTILLO TUTILLO" userId="S::jntutillo@espe.edu.ec::f0c8bb3d-2d5e-46f8-8ecd-bb102e0a4caa" providerId="AD" clId="Web-{6627DEC4-4842-16F2-2A25-DAACAA1A8EC5}" dt="2025-02-28T23:57:08.396" v="298" actId="1076"/>
          <ac:picMkLst>
            <pc:docMk/>
            <pc:sldMk cId="2065198200" sldId="333"/>
            <ac:picMk id="7" creationId="{93482980-DF35-A3DE-30BF-55A33554D51E}"/>
          </ac:picMkLst>
        </pc:picChg>
      </pc:sldChg>
      <pc:sldChg chg="addSp delSp modSp">
        <pc:chgData name="JIMENA NAYELI TUTILLO TUTILLO" userId="S::jntutillo@espe.edu.ec::f0c8bb3d-2d5e-46f8-8ecd-bb102e0a4caa" providerId="AD" clId="Web-{6627DEC4-4842-16F2-2A25-DAACAA1A8EC5}" dt="2025-02-28T23:57:56.274" v="312" actId="1076"/>
        <pc:sldMkLst>
          <pc:docMk/>
          <pc:sldMk cId="2070467638" sldId="334"/>
        </pc:sldMkLst>
        <pc:spChg chg="mod">
          <ac:chgData name="JIMENA NAYELI TUTILLO TUTILLO" userId="S::jntutillo@espe.edu.ec::f0c8bb3d-2d5e-46f8-8ecd-bb102e0a4caa" providerId="AD" clId="Web-{6627DEC4-4842-16F2-2A25-DAACAA1A8EC5}" dt="2025-02-28T23:57:33.523" v="307" actId="20577"/>
          <ac:spMkLst>
            <pc:docMk/>
            <pc:sldMk cId="2070467638" sldId="334"/>
            <ac:spMk id="3" creationId="{93B8F572-C439-414C-90FA-BE3C081E9B98}"/>
          </ac:spMkLst>
        </pc:spChg>
        <pc:spChg chg="mod">
          <ac:chgData name="JIMENA NAYELI TUTILLO TUTILLO" userId="S::jntutillo@espe.edu.ec::f0c8bb3d-2d5e-46f8-8ecd-bb102e0a4caa" providerId="AD" clId="Web-{6627DEC4-4842-16F2-2A25-DAACAA1A8EC5}" dt="2025-02-28T23:54:21.341" v="153" actId="20577"/>
          <ac:spMkLst>
            <pc:docMk/>
            <pc:sldMk cId="2070467638" sldId="334"/>
            <ac:spMk id="5" creationId="{EFCE21EE-10DC-4503-9FD7-8D2960C780CB}"/>
          </ac:spMkLst>
        </pc:spChg>
        <pc:picChg chg="del">
          <ac:chgData name="JIMENA NAYELI TUTILLO TUTILLO" userId="S::jntutillo@espe.edu.ec::f0c8bb3d-2d5e-46f8-8ecd-bb102e0a4caa" providerId="AD" clId="Web-{6627DEC4-4842-16F2-2A25-DAACAA1A8EC5}" dt="2025-02-28T23:57:12.975" v="299"/>
          <ac:picMkLst>
            <pc:docMk/>
            <pc:sldMk cId="2070467638" sldId="334"/>
            <ac:picMk id="4" creationId="{DC75929D-991C-79ED-DA3E-33C7C6B656AD}"/>
          </ac:picMkLst>
        </pc:picChg>
        <pc:picChg chg="add mod">
          <ac:chgData name="JIMENA NAYELI TUTILLO TUTILLO" userId="S::jntutillo@espe.edu.ec::f0c8bb3d-2d5e-46f8-8ecd-bb102e0a4caa" providerId="AD" clId="Web-{6627DEC4-4842-16F2-2A25-DAACAA1A8EC5}" dt="2025-02-28T23:57:46.023" v="310" actId="1076"/>
          <ac:picMkLst>
            <pc:docMk/>
            <pc:sldMk cId="2070467638" sldId="334"/>
            <ac:picMk id="6" creationId="{AD6D21D0-1584-0039-E39E-78C7DE0E10B6}"/>
          </ac:picMkLst>
        </pc:picChg>
        <pc:picChg chg="add mod">
          <ac:chgData name="JIMENA NAYELI TUTILLO TUTILLO" userId="S::jntutillo@espe.edu.ec::f0c8bb3d-2d5e-46f8-8ecd-bb102e0a4caa" providerId="AD" clId="Web-{6627DEC4-4842-16F2-2A25-DAACAA1A8EC5}" dt="2025-02-28T23:57:56.274" v="312" actId="1076"/>
          <ac:picMkLst>
            <pc:docMk/>
            <pc:sldMk cId="2070467638" sldId="334"/>
            <ac:picMk id="7" creationId="{C96C6E60-7846-0912-5623-B3898087DDBD}"/>
          </ac:picMkLst>
        </pc:picChg>
      </pc:sldChg>
      <pc:sldChg chg="addSp delSp modSp">
        <pc:chgData name="JIMENA NAYELI TUTILLO TUTILLO" userId="S::jntutillo@espe.edu.ec::f0c8bb3d-2d5e-46f8-8ecd-bb102e0a4caa" providerId="AD" clId="Web-{6627DEC4-4842-16F2-2A25-DAACAA1A8EC5}" dt="2025-02-28T23:58:52.073" v="324" actId="1076"/>
        <pc:sldMkLst>
          <pc:docMk/>
          <pc:sldMk cId="2326254396" sldId="344"/>
        </pc:sldMkLst>
        <pc:spChg chg="mod">
          <ac:chgData name="JIMENA NAYELI TUTILLO TUTILLO" userId="S::jntutillo@espe.edu.ec::f0c8bb3d-2d5e-46f8-8ecd-bb102e0a4caa" providerId="AD" clId="Web-{6627DEC4-4842-16F2-2A25-DAACAA1A8EC5}" dt="2025-02-28T23:58:34.916" v="319" actId="20577"/>
          <ac:spMkLst>
            <pc:docMk/>
            <pc:sldMk cId="2326254396" sldId="344"/>
            <ac:spMk id="3" creationId="{93B8F572-C439-414C-90FA-BE3C081E9B98}"/>
          </ac:spMkLst>
        </pc:spChg>
        <pc:spChg chg="mod">
          <ac:chgData name="JIMENA NAYELI TUTILLO TUTILLO" userId="S::jntutillo@espe.edu.ec::f0c8bb3d-2d5e-46f8-8ecd-bb102e0a4caa" providerId="AD" clId="Web-{6627DEC4-4842-16F2-2A25-DAACAA1A8EC5}" dt="2025-02-28T23:54:27.169" v="154" actId="20577"/>
          <ac:spMkLst>
            <pc:docMk/>
            <pc:sldMk cId="2326254396" sldId="344"/>
            <ac:spMk id="5" creationId="{EFCE21EE-10DC-4503-9FD7-8D2960C780CB}"/>
          </ac:spMkLst>
        </pc:spChg>
        <pc:picChg chg="add mod">
          <ac:chgData name="JIMENA NAYELI TUTILLO TUTILLO" userId="S::jntutillo@espe.edu.ec::f0c8bb3d-2d5e-46f8-8ecd-bb102e0a4caa" providerId="AD" clId="Web-{6627DEC4-4842-16F2-2A25-DAACAA1A8EC5}" dt="2025-02-28T23:58:44.635" v="322" actId="1076"/>
          <ac:picMkLst>
            <pc:docMk/>
            <pc:sldMk cId="2326254396" sldId="344"/>
            <ac:picMk id="4" creationId="{4F793FD7-2A17-65AF-7909-CAC9AF8DE18E}"/>
          </ac:picMkLst>
        </pc:picChg>
        <pc:picChg chg="del">
          <ac:chgData name="JIMENA NAYELI TUTILLO TUTILLO" userId="S::jntutillo@espe.edu.ec::f0c8bb3d-2d5e-46f8-8ecd-bb102e0a4caa" providerId="AD" clId="Web-{6627DEC4-4842-16F2-2A25-DAACAA1A8EC5}" dt="2025-02-28T23:58:14.650" v="313"/>
          <ac:picMkLst>
            <pc:docMk/>
            <pc:sldMk cId="2326254396" sldId="344"/>
            <ac:picMk id="6" creationId="{D9E2A4F0-0583-3523-0150-75293165A19E}"/>
          </ac:picMkLst>
        </pc:picChg>
        <pc:picChg chg="add mod">
          <ac:chgData name="JIMENA NAYELI TUTILLO TUTILLO" userId="S::jntutillo@espe.edu.ec::f0c8bb3d-2d5e-46f8-8ecd-bb102e0a4caa" providerId="AD" clId="Web-{6627DEC4-4842-16F2-2A25-DAACAA1A8EC5}" dt="2025-02-28T23:58:52.073" v="324" actId="1076"/>
          <ac:picMkLst>
            <pc:docMk/>
            <pc:sldMk cId="2326254396" sldId="344"/>
            <ac:picMk id="7" creationId="{7D3B1257-CFA4-A8F6-1181-975F074DF414}"/>
          </ac:picMkLst>
        </pc:picChg>
      </pc:sldChg>
      <pc:sldChg chg="del">
        <pc:chgData name="JIMENA NAYELI TUTILLO TUTILLO" userId="S::jntutillo@espe.edu.ec::f0c8bb3d-2d5e-46f8-8ecd-bb102e0a4caa" providerId="AD" clId="Web-{6627DEC4-4842-16F2-2A25-DAACAA1A8EC5}" dt="2025-02-28T23:54:55.874" v="231"/>
        <pc:sldMkLst>
          <pc:docMk/>
          <pc:sldMk cId="376911173" sldId="345"/>
        </pc:sldMkLst>
      </pc:sldChg>
      <pc:sldChg chg="del">
        <pc:chgData name="JIMENA NAYELI TUTILLO TUTILLO" userId="S::jntutillo@espe.edu.ec::f0c8bb3d-2d5e-46f8-8ecd-bb102e0a4caa" providerId="AD" clId="Web-{6627DEC4-4842-16F2-2A25-DAACAA1A8EC5}" dt="2025-02-28T23:54:55.858" v="222"/>
        <pc:sldMkLst>
          <pc:docMk/>
          <pc:sldMk cId="2478630053" sldId="346"/>
        </pc:sldMkLst>
      </pc:sldChg>
      <pc:sldChg chg="del">
        <pc:chgData name="JIMENA NAYELI TUTILLO TUTILLO" userId="S::jntutillo@espe.edu.ec::f0c8bb3d-2d5e-46f8-8ecd-bb102e0a4caa" providerId="AD" clId="Web-{6627DEC4-4842-16F2-2A25-DAACAA1A8EC5}" dt="2025-02-28T23:54:55.858" v="221"/>
        <pc:sldMkLst>
          <pc:docMk/>
          <pc:sldMk cId="3310875422" sldId="347"/>
        </pc:sldMkLst>
      </pc:sldChg>
      <pc:sldChg chg="del">
        <pc:chgData name="JIMENA NAYELI TUTILLO TUTILLO" userId="S::jntutillo@espe.edu.ec::f0c8bb3d-2d5e-46f8-8ecd-bb102e0a4caa" providerId="AD" clId="Web-{6627DEC4-4842-16F2-2A25-DAACAA1A8EC5}" dt="2025-02-28T23:54:55.795" v="185"/>
        <pc:sldMkLst>
          <pc:docMk/>
          <pc:sldMk cId="2048556783" sldId="352"/>
        </pc:sldMkLst>
      </pc:sldChg>
      <pc:sldChg chg="del">
        <pc:chgData name="JIMENA NAYELI TUTILLO TUTILLO" userId="S::jntutillo@espe.edu.ec::f0c8bb3d-2d5e-46f8-8ecd-bb102e0a4caa" providerId="AD" clId="Web-{6627DEC4-4842-16F2-2A25-DAACAA1A8EC5}" dt="2025-02-28T23:54:55.795" v="184"/>
        <pc:sldMkLst>
          <pc:docMk/>
          <pc:sldMk cId="1022546901" sldId="353"/>
        </pc:sldMkLst>
      </pc:sldChg>
      <pc:sldChg chg="del">
        <pc:chgData name="JIMENA NAYELI TUTILLO TUTILLO" userId="S::jntutillo@espe.edu.ec::f0c8bb3d-2d5e-46f8-8ecd-bb102e0a4caa" providerId="AD" clId="Web-{6627DEC4-4842-16F2-2A25-DAACAA1A8EC5}" dt="2025-02-28T23:54:55.795" v="183"/>
        <pc:sldMkLst>
          <pc:docMk/>
          <pc:sldMk cId="96770226" sldId="358"/>
        </pc:sldMkLst>
      </pc:sldChg>
      <pc:sldChg chg="del">
        <pc:chgData name="JIMENA NAYELI TUTILLO TUTILLO" userId="S::jntutillo@espe.edu.ec::f0c8bb3d-2d5e-46f8-8ecd-bb102e0a4caa" providerId="AD" clId="Web-{6627DEC4-4842-16F2-2A25-DAACAA1A8EC5}" dt="2025-02-28T23:54:55.780" v="180"/>
        <pc:sldMkLst>
          <pc:docMk/>
          <pc:sldMk cId="141034882" sldId="360"/>
        </pc:sldMkLst>
      </pc:sldChg>
      <pc:sldChg chg="del">
        <pc:chgData name="JIMENA NAYELI TUTILLO TUTILLO" userId="S::jntutillo@espe.edu.ec::f0c8bb3d-2d5e-46f8-8ecd-bb102e0a4caa" providerId="AD" clId="Web-{6627DEC4-4842-16F2-2A25-DAACAA1A8EC5}" dt="2025-02-28T23:54:55.780" v="179"/>
        <pc:sldMkLst>
          <pc:docMk/>
          <pc:sldMk cId="2563100257" sldId="362"/>
        </pc:sldMkLst>
      </pc:sldChg>
      <pc:sldChg chg="del">
        <pc:chgData name="JIMENA NAYELI TUTILLO TUTILLO" userId="S::jntutillo@espe.edu.ec::f0c8bb3d-2d5e-46f8-8ecd-bb102e0a4caa" providerId="AD" clId="Web-{6627DEC4-4842-16F2-2A25-DAACAA1A8EC5}" dt="2025-02-28T23:54:55.780" v="173"/>
        <pc:sldMkLst>
          <pc:docMk/>
          <pc:sldMk cId="4057489758" sldId="363"/>
        </pc:sldMkLst>
      </pc:sldChg>
      <pc:sldChg chg="del">
        <pc:chgData name="JIMENA NAYELI TUTILLO TUTILLO" userId="S::jntutillo@espe.edu.ec::f0c8bb3d-2d5e-46f8-8ecd-bb102e0a4caa" providerId="AD" clId="Web-{6627DEC4-4842-16F2-2A25-DAACAA1A8EC5}" dt="2025-02-28T23:54:55.780" v="172"/>
        <pc:sldMkLst>
          <pc:docMk/>
          <pc:sldMk cId="2202720890" sldId="364"/>
        </pc:sldMkLst>
      </pc:sldChg>
      <pc:sldChg chg="del">
        <pc:chgData name="JIMENA NAYELI TUTILLO TUTILLO" userId="S::jntutillo@espe.edu.ec::f0c8bb3d-2d5e-46f8-8ecd-bb102e0a4caa" providerId="AD" clId="Web-{6627DEC4-4842-16F2-2A25-DAACAA1A8EC5}" dt="2025-02-28T23:54:55.780" v="171"/>
        <pc:sldMkLst>
          <pc:docMk/>
          <pc:sldMk cId="1493150460" sldId="365"/>
        </pc:sldMkLst>
      </pc:sldChg>
      <pc:sldChg chg="del">
        <pc:chgData name="JIMENA NAYELI TUTILLO TUTILLO" userId="S::jntutillo@espe.edu.ec::f0c8bb3d-2d5e-46f8-8ecd-bb102e0a4caa" providerId="AD" clId="Web-{6627DEC4-4842-16F2-2A25-DAACAA1A8EC5}" dt="2025-02-28T23:54:55.780" v="170"/>
        <pc:sldMkLst>
          <pc:docMk/>
          <pc:sldMk cId="921519402" sldId="366"/>
        </pc:sldMkLst>
      </pc:sldChg>
      <pc:sldChg chg="del">
        <pc:chgData name="JIMENA NAYELI TUTILLO TUTILLO" userId="S::jntutillo@espe.edu.ec::f0c8bb3d-2d5e-46f8-8ecd-bb102e0a4caa" providerId="AD" clId="Web-{6627DEC4-4842-16F2-2A25-DAACAA1A8EC5}" dt="2025-02-28T23:54:55.764" v="168"/>
        <pc:sldMkLst>
          <pc:docMk/>
          <pc:sldMk cId="3022903355" sldId="370"/>
        </pc:sldMkLst>
      </pc:sldChg>
      <pc:sldChg chg="del">
        <pc:chgData name="JIMENA NAYELI TUTILLO TUTILLO" userId="S::jntutillo@espe.edu.ec::f0c8bb3d-2d5e-46f8-8ecd-bb102e0a4caa" providerId="AD" clId="Web-{6627DEC4-4842-16F2-2A25-DAACAA1A8EC5}" dt="2025-02-28T23:54:55.764" v="167"/>
        <pc:sldMkLst>
          <pc:docMk/>
          <pc:sldMk cId="2320291172" sldId="371"/>
        </pc:sldMkLst>
      </pc:sldChg>
      <pc:sldChg chg="del">
        <pc:chgData name="JIMENA NAYELI TUTILLO TUTILLO" userId="S::jntutillo@espe.edu.ec::f0c8bb3d-2d5e-46f8-8ecd-bb102e0a4caa" providerId="AD" clId="Web-{6627DEC4-4842-16F2-2A25-DAACAA1A8EC5}" dt="2025-02-28T23:54:55.764" v="166"/>
        <pc:sldMkLst>
          <pc:docMk/>
          <pc:sldMk cId="73835740" sldId="373"/>
        </pc:sldMkLst>
      </pc:sldChg>
      <pc:sldChg chg="del">
        <pc:chgData name="JIMENA NAYELI TUTILLO TUTILLO" userId="S::jntutillo@espe.edu.ec::f0c8bb3d-2d5e-46f8-8ecd-bb102e0a4caa" providerId="AD" clId="Web-{6627DEC4-4842-16F2-2A25-DAACAA1A8EC5}" dt="2025-02-28T23:54:55.764" v="165"/>
        <pc:sldMkLst>
          <pc:docMk/>
          <pc:sldMk cId="504871624" sldId="377"/>
        </pc:sldMkLst>
      </pc:sldChg>
      <pc:sldChg chg="del">
        <pc:chgData name="JIMENA NAYELI TUTILLO TUTILLO" userId="S::jntutillo@espe.edu.ec::f0c8bb3d-2d5e-46f8-8ecd-bb102e0a4caa" providerId="AD" clId="Web-{6627DEC4-4842-16F2-2A25-DAACAA1A8EC5}" dt="2025-02-28T23:54:55.764" v="164"/>
        <pc:sldMkLst>
          <pc:docMk/>
          <pc:sldMk cId="1598552259" sldId="378"/>
        </pc:sldMkLst>
      </pc:sldChg>
      <pc:sldChg chg="del">
        <pc:chgData name="JIMENA NAYELI TUTILLO TUTILLO" userId="S::jntutillo@espe.edu.ec::f0c8bb3d-2d5e-46f8-8ecd-bb102e0a4caa" providerId="AD" clId="Web-{6627DEC4-4842-16F2-2A25-DAACAA1A8EC5}" dt="2025-02-28T23:54:55.749" v="158"/>
        <pc:sldMkLst>
          <pc:docMk/>
          <pc:sldMk cId="278960470" sldId="380"/>
        </pc:sldMkLst>
      </pc:sldChg>
      <pc:sldChg chg="del">
        <pc:chgData name="JIMENA NAYELI TUTILLO TUTILLO" userId="S::jntutillo@espe.edu.ec::f0c8bb3d-2d5e-46f8-8ecd-bb102e0a4caa" providerId="AD" clId="Web-{6627DEC4-4842-16F2-2A25-DAACAA1A8EC5}" dt="2025-02-28T23:54:55.749" v="157"/>
        <pc:sldMkLst>
          <pc:docMk/>
          <pc:sldMk cId="2247966254" sldId="381"/>
        </pc:sldMkLst>
      </pc:sldChg>
      <pc:sldChg chg="del">
        <pc:chgData name="JIMENA NAYELI TUTILLO TUTILLO" userId="S::jntutillo@espe.edu.ec::f0c8bb3d-2d5e-46f8-8ecd-bb102e0a4caa" providerId="AD" clId="Web-{6627DEC4-4842-16F2-2A25-DAACAA1A8EC5}" dt="2025-02-28T23:54:55.749" v="156"/>
        <pc:sldMkLst>
          <pc:docMk/>
          <pc:sldMk cId="2756267404" sldId="383"/>
        </pc:sldMkLst>
      </pc:sldChg>
      <pc:sldChg chg="del">
        <pc:chgData name="JIMENA NAYELI TUTILLO TUTILLO" userId="S::jntutillo@espe.edu.ec::f0c8bb3d-2d5e-46f8-8ecd-bb102e0a4caa" providerId="AD" clId="Web-{6627DEC4-4842-16F2-2A25-DAACAA1A8EC5}" dt="2025-02-28T23:54:55.764" v="169"/>
        <pc:sldMkLst>
          <pc:docMk/>
          <pc:sldMk cId="36210345" sldId="384"/>
        </pc:sldMkLst>
      </pc:sldChg>
      <pc:sldChg chg="del">
        <pc:chgData name="JIMENA NAYELI TUTILLO TUTILLO" userId="S::jntutillo@espe.edu.ec::f0c8bb3d-2d5e-46f8-8ecd-bb102e0a4caa" providerId="AD" clId="Web-{6627DEC4-4842-16F2-2A25-DAACAA1A8EC5}" dt="2025-02-28T23:54:55.795" v="182"/>
        <pc:sldMkLst>
          <pc:docMk/>
          <pc:sldMk cId="2944665658" sldId="385"/>
        </pc:sldMkLst>
      </pc:sldChg>
      <pc:sldChg chg="del">
        <pc:chgData name="JIMENA NAYELI TUTILLO TUTILLO" userId="S::jntutillo@espe.edu.ec::f0c8bb3d-2d5e-46f8-8ecd-bb102e0a4caa" providerId="AD" clId="Web-{6627DEC4-4842-16F2-2A25-DAACAA1A8EC5}" dt="2025-02-28T23:54:55.795" v="181"/>
        <pc:sldMkLst>
          <pc:docMk/>
          <pc:sldMk cId="2655309640" sldId="386"/>
        </pc:sldMkLst>
      </pc:sldChg>
      <pc:sldChg chg="del">
        <pc:chgData name="JIMENA NAYELI TUTILLO TUTILLO" userId="S::jntutillo@espe.edu.ec::f0c8bb3d-2d5e-46f8-8ecd-bb102e0a4caa" providerId="AD" clId="Web-{6627DEC4-4842-16F2-2A25-DAACAA1A8EC5}" dt="2025-02-28T23:54:55.780" v="178"/>
        <pc:sldMkLst>
          <pc:docMk/>
          <pc:sldMk cId="1011879459" sldId="388"/>
        </pc:sldMkLst>
      </pc:sldChg>
      <pc:sldChg chg="del">
        <pc:chgData name="JIMENA NAYELI TUTILLO TUTILLO" userId="S::jntutillo@espe.edu.ec::f0c8bb3d-2d5e-46f8-8ecd-bb102e0a4caa" providerId="AD" clId="Web-{6627DEC4-4842-16F2-2A25-DAACAA1A8EC5}" dt="2025-02-28T23:54:55.780" v="174"/>
        <pc:sldMkLst>
          <pc:docMk/>
          <pc:sldMk cId="2231430991" sldId="389"/>
        </pc:sldMkLst>
      </pc:sldChg>
      <pc:sldChg chg="del">
        <pc:chgData name="JIMENA NAYELI TUTILLO TUTILLO" userId="S::jntutillo@espe.edu.ec::f0c8bb3d-2d5e-46f8-8ecd-bb102e0a4caa" providerId="AD" clId="Web-{6627DEC4-4842-16F2-2A25-DAACAA1A8EC5}" dt="2025-02-28T23:54:55.764" v="163"/>
        <pc:sldMkLst>
          <pc:docMk/>
          <pc:sldMk cId="792986732" sldId="391"/>
        </pc:sldMkLst>
      </pc:sldChg>
      <pc:sldChg chg="del">
        <pc:chgData name="JIMENA NAYELI TUTILLO TUTILLO" userId="S::jntutillo@espe.edu.ec::f0c8bb3d-2d5e-46f8-8ecd-bb102e0a4caa" providerId="AD" clId="Web-{6627DEC4-4842-16F2-2A25-DAACAA1A8EC5}" dt="2025-02-28T23:54:55.764" v="161"/>
        <pc:sldMkLst>
          <pc:docMk/>
          <pc:sldMk cId="3257151245" sldId="392"/>
        </pc:sldMkLst>
      </pc:sldChg>
      <pc:sldChg chg="del">
        <pc:chgData name="JIMENA NAYELI TUTILLO TUTILLO" userId="S::jntutillo@espe.edu.ec::f0c8bb3d-2d5e-46f8-8ecd-bb102e0a4caa" providerId="AD" clId="Web-{6627DEC4-4842-16F2-2A25-DAACAA1A8EC5}" dt="2025-02-28T23:54:55.764" v="160"/>
        <pc:sldMkLst>
          <pc:docMk/>
          <pc:sldMk cId="1990022039" sldId="393"/>
        </pc:sldMkLst>
      </pc:sldChg>
      <pc:sldChg chg="del">
        <pc:chgData name="JIMENA NAYELI TUTILLO TUTILLO" userId="S::jntutillo@espe.edu.ec::f0c8bb3d-2d5e-46f8-8ecd-bb102e0a4caa" providerId="AD" clId="Web-{6627DEC4-4842-16F2-2A25-DAACAA1A8EC5}" dt="2025-02-28T23:54:55.780" v="177"/>
        <pc:sldMkLst>
          <pc:docMk/>
          <pc:sldMk cId="667064259" sldId="394"/>
        </pc:sldMkLst>
      </pc:sldChg>
      <pc:sldChg chg="del">
        <pc:chgData name="JIMENA NAYELI TUTILLO TUTILLO" userId="S::jntutillo@espe.edu.ec::f0c8bb3d-2d5e-46f8-8ecd-bb102e0a4caa" providerId="AD" clId="Web-{6627DEC4-4842-16F2-2A25-DAACAA1A8EC5}" dt="2025-02-28T23:54:55.780" v="176"/>
        <pc:sldMkLst>
          <pc:docMk/>
          <pc:sldMk cId="1480531742" sldId="395"/>
        </pc:sldMkLst>
      </pc:sldChg>
      <pc:sldChg chg="del">
        <pc:chgData name="JIMENA NAYELI TUTILLO TUTILLO" userId="S::jntutillo@espe.edu.ec::f0c8bb3d-2d5e-46f8-8ecd-bb102e0a4caa" providerId="AD" clId="Web-{6627DEC4-4842-16F2-2A25-DAACAA1A8EC5}" dt="2025-02-28T23:54:55.780" v="175"/>
        <pc:sldMkLst>
          <pc:docMk/>
          <pc:sldMk cId="3881190789" sldId="396"/>
        </pc:sldMkLst>
      </pc:sldChg>
      <pc:sldChg chg="del">
        <pc:chgData name="JIMENA NAYELI TUTILLO TUTILLO" userId="S::jntutillo@espe.edu.ec::f0c8bb3d-2d5e-46f8-8ecd-bb102e0a4caa" providerId="AD" clId="Web-{6627DEC4-4842-16F2-2A25-DAACAA1A8EC5}" dt="2025-02-28T23:54:55.764" v="162"/>
        <pc:sldMkLst>
          <pc:docMk/>
          <pc:sldMk cId="1139509001" sldId="397"/>
        </pc:sldMkLst>
      </pc:sldChg>
      <pc:sldChg chg="del">
        <pc:chgData name="JIMENA NAYELI TUTILLO TUTILLO" userId="S::jntutillo@espe.edu.ec::f0c8bb3d-2d5e-46f8-8ecd-bb102e0a4caa" providerId="AD" clId="Web-{6627DEC4-4842-16F2-2A25-DAACAA1A8EC5}" dt="2025-02-28T23:54:55.764" v="159"/>
        <pc:sldMkLst>
          <pc:docMk/>
          <pc:sldMk cId="519243667" sldId="398"/>
        </pc:sldMkLst>
      </pc:sldChg>
      <pc:sldChg chg="del">
        <pc:chgData name="JIMENA NAYELI TUTILLO TUTILLO" userId="S::jntutillo@espe.edu.ec::f0c8bb3d-2d5e-46f8-8ecd-bb102e0a4caa" providerId="AD" clId="Web-{6627DEC4-4842-16F2-2A25-DAACAA1A8EC5}" dt="2025-02-28T23:54:55.749" v="155"/>
        <pc:sldMkLst>
          <pc:docMk/>
          <pc:sldMk cId="558122854" sldId="399"/>
        </pc:sldMkLst>
      </pc:sldChg>
      <pc:sldChg chg="del">
        <pc:chgData name="JIMENA NAYELI TUTILLO TUTILLO" userId="S::jntutillo@espe.edu.ec::f0c8bb3d-2d5e-46f8-8ecd-bb102e0a4caa" providerId="AD" clId="Web-{6627DEC4-4842-16F2-2A25-DAACAA1A8EC5}" dt="2025-02-28T23:54:55.874" v="230"/>
        <pc:sldMkLst>
          <pc:docMk/>
          <pc:sldMk cId="2863564287" sldId="400"/>
        </pc:sldMkLst>
      </pc:sldChg>
      <pc:sldChg chg="del">
        <pc:chgData name="JIMENA NAYELI TUTILLO TUTILLO" userId="S::jntutillo@espe.edu.ec::f0c8bb3d-2d5e-46f8-8ecd-bb102e0a4caa" providerId="AD" clId="Web-{6627DEC4-4842-16F2-2A25-DAACAA1A8EC5}" dt="2025-02-28T23:54:55.858" v="229"/>
        <pc:sldMkLst>
          <pc:docMk/>
          <pc:sldMk cId="3425755587" sldId="401"/>
        </pc:sldMkLst>
      </pc:sldChg>
      <pc:sldChg chg="del">
        <pc:chgData name="JIMENA NAYELI TUTILLO TUTILLO" userId="S::jntutillo@espe.edu.ec::f0c8bb3d-2d5e-46f8-8ecd-bb102e0a4caa" providerId="AD" clId="Web-{6627DEC4-4842-16F2-2A25-DAACAA1A8EC5}" dt="2025-02-28T23:54:55.858" v="228"/>
        <pc:sldMkLst>
          <pc:docMk/>
          <pc:sldMk cId="802791543" sldId="402"/>
        </pc:sldMkLst>
      </pc:sldChg>
      <pc:sldChg chg="del">
        <pc:chgData name="JIMENA NAYELI TUTILLO TUTILLO" userId="S::jntutillo@espe.edu.ec::f0c8bb3d-2d5e-46f8-8ecd-bb102e0a4caa" providerId="AD" clId="Web-{6627DEC4-4842-16F2-2A25-DAACAA1A8EC5}" dt="2025-02-28T23:54:55.858" v="225"/>
        <pc:sldMkLst>
          <pc:docMk/>
          <pc:sldMk cId="3721541314" sldId="403"/>
        </pc:sldMkLst>
      </pc:sldChg>
      <pc:sldChg chg="del">
        <pc:chgData name="JIMENA NAYELI TUTILLO TUTILLO" userId="S::jntutillo@espe.edu.ec::f0c8bb3d-2d5e-46f8-8ecd-bb102e0a4caa" providerId="AD" clId="Web-{6627DEC4-4842-16F2-2A25-DAACAA1A8EC5}" dt="2025-02-28T23:54:55.858" v="227"/>
        <pc:sldMkLst>
          <pc:docMk/>
          <pc:sldMk cId="3587740314" sldId="404"/>
        </pc:sldMkLst>
      </pc:sldChg>
      <pc:sldChg chg="del">
        <pc:chgData name="JIMENA NAYELI TUTILLO TUTILLO" userId="S::jntutillo@espe.edu.ec::f0c8bb3d-2d5e-46f8-8ecd-bb102e0a4caa" providerId="AD" clId="Web-{6627DEC4-4842-16F2-2A25-DAACAA1A8EC5}" dt="2025-02-28T23:54:55.858" v="226"/>
        <pc:sldMkLst>
          <pc:docMk/>
          <pc:sldMk cId="1220274348" sldId="405"/>
        </pc:sldMkLst>
      </pc:sldChg>
      <pc:sldChg chg="del">
        <pc:chgData name="JIMENA NAYELI TUTILLO TUTILLO" userId="S::jntutillo@espe.edu.ec::f0c8bb3d-2d5e-46f8-8ecd-bb102e0a4caa" providerId="AD" clId="Web-{6627DEC4-4842-16F2-2A25-DAACAA1A8EC5}" dt="2025-02-28T23:54:55.858" v="224"/>
        <pc:sldMkLst>
          <pc:docMk/>
          <pc:sldMk cId="1582433248" sldId="406"/>
        </pc:sldMkLst>
      </pc:sldChg>
      <pc:sldChg chg="del">
        <pc:chgData name="JIMENA NAYELI TUTILLO TUTILLO" userId="S::jntutillo@espe.edu.ec::f0c8bb3d-2d5e-46f8-8ecd-bb102e0a4caa" providerId="AD" clId="Web-{6627DEC4-4842-16F2-2A25-DAACAA1A8EC5}" dt="2025-02-28T23:54:55.858" v="223"/>
        <pc:sldMkLst>
          <pc:docMk/>
          <pc:sldMk cId="3825807639" sldId="407"/>
        </pc:sldMkLst>
      </pc:sldChg>
      <pc:sldChg chg="del">
        <pc:chgData name="JIMENA NAYELI TUTILLO TUTILLO" userId="S::jntutillo@espe.edu.ec::f0c8bb3d-2d5e-46f8-8ecd-bb102e0a4caa" providerId="AD" clId="Web-{6627DEC4-4842-16F2-2A25-DAACAA1A8EC5}" dt="2025-02-28T23:54:55.827" v="210"/>
        <pc:sldMkLst>
          <pc:docMk/>
          <pc:sldMk cId="62734654" sldId="408"/>
        </pc:sldMkLst>
      </pc:sldChg>
      <pc:sldChg chg="del">
        <pc:chgData name="JIMENA NAYELI TUTILLO TUTILLO" userId="S::jntutillo@espe.edu.ec::f0c8bb3d-2d5e-46f8-8ecd-bb102e0a4caa" providerId="AD" clId="Web-{6627DEC4-4842-16F2-2A25-DAACAA1A8EC5}" dt="2025-02-28T23:54:55.842" v="211"/>
        <pc:sldMkLst>
          <pc:docMk/>
          <pc:sldMk cId="2266903959" sldId="409"/>
        </pc:sldMkLst>
      </pc:sldChg>
      <pc:sldChg chg="del">
        <pc:chgData name="JIMENA NAYELI TUTILLO TUTILLO" userId="S::jntutillo@espe.edu.ec::f0c8bb3d-2d5e-46f8-8ecd-bb102e0a4caa" providerId="AD" clId="Web-{6627DEC4-4842-16F2-2A25-DAACAA1A8EC5}" dt="2025-02-28T23:54:55.842" v="212"/>
        <pc:sldMkLst>
          <pc:docMk/>
          <pc:sldMk cId="1581819276" sldId="410"/>
        </pc:sldMkLst>
      </pc:sldChg>
      <pc:sldChg chg="del">
        <pc:chgData name="JIMENA NAYELI TUTILLO TUTILLO" userId="S::jntutillo@espe.edu.ec::f0c8bb3d-2d5e-46f8-8ecd-bb102e0a4caa" providerId="AD" clId="Web-{6627DEC4-4842-16F2-2A25-DAACAA1A8EC5}" dt="2025-02-28T23:54:55.842" v="213"/>
        <pc:sldMkLst>
          <pc:docMk/>
          <pc:sldMk cId="556504822" sldId="411"/>
        </pc:sldMkLst>
      </pc:sldChg>
      <pc:sldChg chg="del">
        <pc:chgData name="JIMENA NAYELI TUTILLO TUTILLO" userId="S::jntutillo@espe.edu.ec::f0c8bb3d-2d5e-46f8-8ecd-bb102e0a4caa" providerId="AD" clId="Web-{6627DEC4-4842-16F2-2A25-DAACAA1A8EC5}" dt="2025-02-28T23:54:55.842" v="214"/>
        <pc:sldMkLst>
          <pc:docMk/>
          <pc:sldMk cId="841339391" sldId="414"/>
        </pc:sldMkLst>
      </pc:sldChg>
      <pc:sldChg chg="del">
        <pc:chgData name="JIMENA NAYELI TUTILLO TUTILLO" userId="S::jntutillo@espe.edu.ec::f0c8bb3d-2d5e-46f8-8ecd-bb102e0a4caa" providerId="AD" clId="Web-{6627DEC4-4842-16F2-2A25-DAACAA1A8EC5}" dt="2025-02-28T23:54:55.842" v="215"/>
        <pc:sldMkLst>
          <pc:docMk/>
          <pc:sldMk cId="4146553" sldId="418"/>
        </pc:sldMkLst>
      </pc:sldChg>
      <pc:sldChg chg="del">
        <pc:chgData name="JIMENA NAYELI TUTILLO TUTILLO" userId="S::jntutillo@espe.edu.ec::f0c8bb3d-2d5e-46f8-8ecd-bb102e0a4caa" providerId="AD" clId="Web-{6627DEC4-4842-16F2-2A25-DAACAA1A8EC5}" dt="2025-02-28T23:54:55.842" v="216"/>
        <pc:sldMkLst>
          <pc:docMk/>
          <pc:sldMk cId="4168343659" sldId="419"/>
        </pc:sldMkLst>
      </pc:sldChg>
      <pc:sldChg chg="del">
        <pc:chgData name="JIMENA NAYELI TUTILLO TUTILLO" userId="S::jntutillo@espe.edu.ec::f0c8bb3d-2d5e-46f8-8ecd-bb102e0a4caa" providerId="AD" clId="Web-{6627DEC4-4842-16F2-2A25-DAACAA1A8EC5}" dt="2025-02-28T23:54:55.842" v="217"/>
        <pc:sldMkLst>
          <pc:docMk/>
          <pc:sldMk cId="2870809551" sldId="420"/>
        </pc:sldMkLst>
      </pc:sldChg>
      <pc:sldChg chg="del">
        <pc:chgData name="JIMENA NAYELI TUTILLO TUTILLO" userId="S::jntutillo@espe.edu.ec::f0c8bb3d-2d5e-46f8-8ecd-bb102e0a4caa" providerId="AD" clId="Web-{6627DEC4-4842-16F2-2A25-DAACAA1A8EC5}" dt="2025-02-28T23:54:55.842" v="218"/>
        <pc:sldMkLst>
          <pc:docMk/>
          <pc:sldMk cId="4258066461" sldId="421"/>
        </pc:sldMkLst>
      </pc:sldChg>
      <pc:sldChg chg="del">
        <pc:chgData name="JIMENA NAYELI TUTILLO TUTILLO" userId="S::jntutillo@espe.edu.ec::f0c8bb3d-2d5e-46f8-8ecd-bb102e0a4caa" providerId="AD" clId="Web-{6627DEC4-4842-16F2-2A25-DAACAA1A8EC5}" dt="2025-02-28T23:54:55.842" v="219"/>
        <pc:sldMkLst>
          <pc:docMk/>
          <pc:sldMk cId="1551024997" sldId="422"/>
        </pc:sldMkLst>
      </pc:sldChg>
      <pc:sldChg chg="del">
        <pc:chgData name="JIMENA NAYELI TUTILLO TUTILLO" userId="S::jntutillo@espe.edu.ec::f0c8bb3d-2d5e-46f8-8ecd-bb102e0a4caa" providerId="AD" clId="Web-{6627DEC4-4842-16F2-2A25-DAACAA1A8EC5}" dt="2025-02-28T23:54:55.842" v="220"/>
        <pc:sldMkLst>
          <pc:docMk/>
          <pc:sldMk cId="3233773106" sldId="423"/>
        </pc:sldMkLst>
      </pc:sldChg>
      <pc:sldChg chg="del">
        <pc:chgData name="JIMENA NAYELI TUTILLO TUTILLO" userId="S::jntutillo@espe.edu.ec::f0c8bb3d-2d5e-46f8-8ecd-bb102e0a4caa" providerId="AD" clId="Web-{6627DEC4-4842-16F2-2A25-DAACAA1A8EC5}" dt="2025-02-28T23:54:55.795" v="186"/>
        <pc:sldMkLst>
          <pc:docMk/>
          <pc:sldMk cId="3318835274" sldId="424"/>
        </pc:sldMkLst>
      </pc:sldChg>
      <pc:sldChg chg="del">
        <pc:chgData name="JIMENA NAYELI TUTILLO TUTILLO" userId="S::jntutillo@espe.edu.ec::f0c8bb3d-2d5e-46f8-8ecd-bb102e0a4caa" providerId="AD" clId="Web-{6627DEC4-4842-16F2-2A25-DAACAA1A8EC5}" dt="2025-02-28T23:54:55.795" v="187"/>
        <pc:sldMkLst>
          <pc:docMk/>
          <pc:sldMk cId="122938167" sldId="425"/>
        </pc:sldMkLst>
      </pc:sldChg>
      <pc:sldChg chg="del">
        <pc:chgData name="JIMENA NAYELI TUTILLO TUTILLO" userId="S::jntutillo@espe.edu.ec::f0c8bb3d-2d5e-46f8-8ecd-bb102e0a4caa" providerId="AD" clId="Web-{6627DEC4-4842-16F2-2A25-DAACAA1A8EC5}" dt="2025-02-28T23:54:55.795" v="190"/>
        <pc:sldMkLst>
          <pc:docMk/>
          <pc:sldMk cId="2351289054" sldId="426"/>
        </pc:sldMkLst>
      </pc:sldChg>
      <pc:sldChg chg="del">
        <pc:chgData name="JIMENA NAYELI TUTILLO TUTILLO" userId="S::jntutillo@espe.edu.ec::f0c8bb3d-2d5e-46f8-8ecd-bb102e0a4caa" providerId="AD" clId="Web-{6627DEC4-4842-16F2-2A25-DAACAA1A8EC5}" dt="2025-02-28T23:54:55.811" v="191"/>
        <pc:sldMkLst>
          <pc:docMk/>
          <pc:sldMk cId="1801549884" sldId="427"/>
        </pc:sldMkLst>
      </pc:sldChg>
      <pc:sldChg chg="del">
        <pc:chgData name="JIMENA NAYELI TUTILLO TUTILLO" userId="S::jntutillo@espe.edu.ec::f0c8bb3d-2d5e-46f8-8ecd-bb102e0a4caa" providerId="AD" clId="Web-{6627DEC4-4842-16F2-2A25-DAACAA1A8EC5}" dt="2025-02-28T23:54:55.811" v="197"/>
        <pc:sldMkLst>
          <pc:docMk/>
          <pc:sldMk cId="1297926102" sldId="428"/>
        </pc:sldMkLst>
      </pc:sldChg>
      <pc:sldChg chg="del">
        <pc:chgData name="JIMENA NAYELI TUTILLO TUTILLO" userId="S::jntutillo@espe.edu.ec::f0c8bb3d-2d5e-46f8-8ecd-bb102e0a4caa" providerId="AD" clId="Web-{6627DEC4-4842-16F2-2A25-DAACAA1A8EC5}" dt="2025-02-28T23:54:55.827" v="204"/>
        <pc:sldMkLst>
          <pc:docMk/>
          <pc:sldMk cId="1488497654" sldId="429"/>
        </pc:sldMkLst>
      </pc:sldChg>
      <pc:sldChg chg="del">
        <pc:chgData name="JIMENA NAYELI TUTILLO TUTILLO" userId="S::jntutillo@espe.edu.ec::f0c8bb3d-2d5e-46f8-8ecd-bb102e0a4caa" providerId="AD" clId="Web-{6627DEC4-4842-16F2-2A25-DAACAA1A8EC5}" dt="2025-02-28T23:54:55.827" v="205"/>
        <pc:sldMkLst>
          <pc:docMk/>
          <pc:sldMk cId="955121207" sldId="430"/>
        </pc:sldMkLst>
      </pc:sldChg>
      <pc:sldChg chg="del">
        <pc:chgData name="JIMENA NAYELI TUTILLO TUTILLO" userId="S::jntutillo@espe.edu.ec::f0c8bb3d-2d5e-46f8-8ecd-bb102e0a4caa" providerId="AD" clId="Web-{6627DEC4-4842-16F2-2A25-DAACAA1A8EC5}" dt="2025-02-28T23:54:55.827" v="206"/>
        <pc:sldMkLst>
          <pc:docMk/>
          <pc:sldMk cId="3442139769" sldId="431"/>
        </pc:sldMkLst>
      </pc:sldChg>
      <pc:sldChg chg="del">
        <pc:chgData name="JIMENA NAYELI TUTILLO TUTILLO" userId="S::jntutillo@espe.edu.ec::f0c8bb3d-2d5e-46f8-8ecd-bb102e0a4caa" providerId="AD" clId="Web-{6627DEC4-4842-16F2-2A25-DAACAA1A8EC5}" dt="2025-02-28T23:54:55.827" v="207"/>
        <pc:sldMkLst>
          <pc:docMk/>
          <pc:sldMk cId="464713886" sldId="432"/>
        </pc:sldMkLst>
      </pc:sldChg>
      <pc:sldChg chg="del">
        <pc:chgData name="JIMENA NAYELI TUTILLO TUTILLO" userId="S::jntutillo@espe.edu.ec::f0c8bb3d-2d5e-46f8-8ecd-bb102e0a4caa" providerId="AD" clId="Web-{6627DEC4-4842-16F2-2A25-DAACAA1A8EC5}" dt="2025-02-28T23:54:55.827" v="208"/>
        <pc:sldMkLst>
          <pc:docMk/>
          <pc:sldMk cId="2510034902" sldId="433"/>
        </pc:sldMkLst>
      </pc:sldChg>
      <pc:sldChg chg="del">
        <pc:chgData name="JIMENA NAYELI TUTILLO TUTILLO" userId="S::jntutillo@espe.edu.ec::f0c8bb3d-2d5e-46f8-8ecd-bb102e0a4caa" providerId="AD" clId="Web-{6627DEC4-4842-16F2-2A25-DAACAA1A8EC5}" dt="2025-02-28T23:54:55.827" v="209"/>
        <pc:sldMkLst>
          <pc:docMk/>
          <pc:sldMk cId="2324324506" sldId="434"/>
        </pc:sldMkLst>
      </pc:sldChg>
      <pc:sldChg chg="del">
        <pc:chgData name="JIMENA NAYELI TUTILLO TUTILLO" userId="S::jntutillo@espe.edu.ec::f0c8bb3d-2d5e-46f8-8ecd-bb102e0a4caa" providerId="AD" clId="Web-{6627DEC4-4842-16F2-2A25-DAACAA1A8EC5}" dt="2025-02-28T23:54:55.827" v="203"/>
        <pc:sldMkLst>
          <pc:docMk/>
          <pc:sldMk cId="3923392567" sldId="435"/>
        </pc:sldMkLst>
      </pc:sldChg>
      <pc:sldChg chg="del">
        <pc:chgData name="JIMENA NAYELI TUTILLO TUTILLO" userId="S::jntutillo@espe.edu.ec::f0c8bb3d-2d5e-46f8-8ecd-bb102e0a4caa" providerId="AD" clId="Web-{6627DEC4-4842-16F2-2A25-DAACAA1A8EC5}" dt="2025-02-28T23:54:55.827" v="202"/>
        <pc:sldMkLst>
          <pc:docMk/>
          <pc:sldMk cId="1723010054" sldId="436"/>
        </pc:sldMkLst>
      </pc:sldChg>
      <pc:sldChg chg="del">
        <pc:chgData name="JIMENA NAYELI TUTILLO TUTILLO" userId="S::jntutillo@espe.edu.ec::f0c8bb3d-2d5e-46f8-8ecd-bb102e0a4caa" providerId="AD" clId="Web-{6627DEC4-4842-16F2-2A25-DAACAA1A8EC5}" dt="2025-02-28T23:54:55.827" v="201"/>
        <pc:sldMkLst>
          <pc:docMk/>
          <pc:sldMk cId="2297634958" sldId="437"/>
        </pc:sldMkLst>
      </pc:sldChg>
      <pc:sldChg chg="del">
        <pc:chgData name="JIMENA NAYELI TUTILLO TUTILLO" userId="S::jntutillo@espe.edu.ec::f0c8bb3d-2d5e-46f8-8ecd-bb102e0a4caa" providerId="AD" clId="Web-{6627DEC4-4842-16F2-2A25-DAACAA1A8EC5}" dt="2025-02-28T23:54:55.811" v="200"/>
        <pc:sldMkLst>
          <pc:docMk/>
          <pc:sldMk cId="584366823" sldId="438"/>
        </pc:sldMkLst>
      </pc:sldChg>
      <pc:sldChg chg="del">
        <pc:chgData name="JIMENA NAYELI TUTILLO TUTILLO" userId="S::jntutillo@espe.edu.ec::f0c8bb3d-2d5e-46f8-8ecd-bb102e0a4caa" providerId="AD" clId="Web-{6627DEC4-4842-16F2-2A25-DAACAA1A8EC5}" dt="2025-02-28T23:54:55.811" v="199"/>
        <pc:sldMkLst>
          <pc:docMk/>
          <pc:sldMk cId="350103693" sldId="439"/>
        </pc:sldMkLst>
      </pc:sldChg>
      <pc:sldChg chg="del">
        <pc:chgData name="JIMENA NAYELI TUTILLO TUTILLO" userId="S::jntutillo@espe.edu.ec::f0c8bb3d-2d5e-46f8-8ecd-bb102e0a4caa" providerId="AD" clId="Web-{6627DEC4-4842-16F2-2A25-DAACAA1A8EC5}" dt="2025-02-28T23:54:55.811" v="198"/>
        <pc:sldMkLst>
          <pc:docMk/>
          <pc:sldMk cId="899555340" sldId="440"/>
        </pc:sldMkLst>
      </pc:sldChg>
      <pc:sldChg chg="del">
        <pc:chgData name="JIMENA NAYELI TUTILLO TUTILLO" userId="S::jntutillo@espe.edu.ec::f0c8bb3d-2d5e-46f8-8ecd-bb102e0a4caa" providerId="AD" clId="Web-{6627DEC4-4842-16F2-2A25-DAACAA1A8EC5}" dt="2025-02-28T23:54:55.811" v="196"/>
        <pc:sldMkLst>
          <pc:docMk/>
          <pc:sldMk cId="390298082" sldId="441"/>
        </pc:sldMkLst>
      </pc:sldChg>
      <pc:sldChg chg="del">
        <pc:chgData name="JIMENA NAYELI TUTILLO TUTILLO" userId="S::jntutillo@espe.edu.ec::f0c8bb3d-2d5e-46f8-8ecd-bb102e0a4caa" providerId="AD" clId="Web-{6627DEC4-4842-16F2-2A25-DAACAA1A8EC5}" dt="2025-02-28T23:54:55.811" v="195"/>
        <pc:sldMkLst>
          <pc:docMk/>
          <pc:sldMk cId="1568946501" sldId="442"/>
        </pc:sldMkLst>
      </pc:sldChg>
      <pc:sldChg chg="del">
        <pc:chgData name="JIMENA NAYELI TUTILLO TUTILLO" userId="S::jntutillo@espe.edu.ec::f0c8bb3d-2d5e-46f8-8ecd-bb102e0a4caa" providerId="AD" clId="Web-{6627DEC4-4842-16F2-2A25-DAACAA1A8EC5}" dt="2025-02-28T23:54:55.811" v="194"/>
        <pc:sldMkLst>
          <pc:docMk/>
          <pc:sldMk cId="2633612245" sldId="443"/>
        </pc:sldMkLst>
      </pc:sldChg>
      <pc:sldChg chg="del">
        <pc:chgData name="JIMENA NAYELI TUTILLO TUTILLO" userId="S::jntutillo@espe.edu.ec::f0c8bb3d-2d5e-46f8-8ecd-bb102e0a4caa" providerId="AD" clId="Web-{6627DEC4-4842-16F2-2A25-DAACAA1A8EC5}" dt="2025-02-28T23:54:55.811" v="193"/>
        <pc:sldMkLst>
          <pc:docMk/>
          <pc:sldMk cId="1574135213" sldId="444"/>
        </pc:sldMkLst>
      </pc:sldChg>
      <pc:sldChg chg="del">
        <pc:chgData name="JIMENA NAYELI TUTILLO TUTILLO" userId="S::jntutillo@espe.edu.ec::f0c8bb3d-2d5e-46f8-8ecd-bb102e0a4caa" providerId="AD" clId="Web-{6627DEC4-4842-16F2-2A25-DAACAA1A8EC5}" dt="2025-02-28T23:54:55.811" v="192"/>
        <pc:sldMkLst>
          <pc:docMk/>
          <pc:sldMk cId="3050555606" sldId="445"/>
        </pc:sldMkLst>
      </pc:sldChg>
      <pc:sldChg chg="del">
        <pc:chgData name="JIMENA NAYELI TUTILLO TUTILLO" userId="S::jntutillo@espe.edu.ec::f0c8bb3d-2d5e-46f8-8ecd-bb102e0a4caa" providerId="AD" clId="Web-{6627DEC4-4842-16F2-2A25-DAACAA1A8EC5}" dt="2025-02-28T23:54:55.795" v="189"/>
        <pc:sldMkLst>
          <pc:docMk/>
          <pc:sldMk cId="1638527652" sldId="446"/>
        </pc:sldMkLst>
      </pc:sldChg>
      <pc:sldChg chg="del">
        <pc:chgData name="JIMENA NAYELI TUTILLO TUTILLO" userId="S::jntutillo@espe.edu.ec::f0c8bb3d-2d5e-46f8-8ecd-bb102e0a4caa" providerId="AD" clId="Web-{6627DEC4-4842-16F2-2A25-DAACAA1A8EC5}" dt="2025-02-28T23:54:55.795" v="188"/>
        <pc:sldMkLst>
          <pc:docMk/>
          <pc:sldMk cId="622471972" sldId="447"/>
        </pc:sldMkLst>
      </pc:sldChg>
      <pc:sldChg chg="addSp delSp modSp add replId">
        <pc:chgData name="JIMENA NAYELI TUTILLO TUTILLO" userId="S::jntutillo@espe.edu.ec::f0c8bb3d-2d5e-46f8-8ecd-bb102e0a4caa" providerId="AD" clId="Web-{6627DEC4-4842-16F2-2A25-DAACAA1A8EC5}" dt="2025-03-01T00:07:34.153" v="441" actId="1076"/>
        <pc:sldMkLst>
          <pc:docMk/>
          <pc:sldMk cId="2751318222" sldId="452"/>
        </pc:sldMkLst>
        <pc:spChg chg="mod">
          <ac:chgData name="JIMENA NAYELI TUTILLO TUTILLO" userId="S::jntutillo@espe.edu.ec::f0c8bb3d-2d5e-46f8-8ecd-bb102e0a4caa" providerId="AD" clId="Web-{6627DEC4-4842-16F2-2A25-DAACAA1A8EC5}" dt="2025-03-01T00:06:54.743" v="430" actId="20577"/>
          <ac:spMkLst>
            <pc:docMk/>
            <pc:sldMk cId="2751318222" sldId="452"/>
            <ac:spMk id="3" creationId="{F85B45CB-4AEB-EED0-C955-9F806A8255A8}"/>
          </ac:spMkLst>
        </pc:spChg>
        <pc:spChg chg="mod">
          <ac:chgData name="JIMENA NAYELI TUTILLO TUTILLO" userId="S::jntutillo@espe.edu.ec::f0c8bb3d-2d5e-46f8-8ecd-bb102e0a4caa" providerId="AD" clId="Web-{6627DEC4-4842-16F2-2A25-DAACAA1A8EC5}" dt="2025-03-01T00:03:36.543" v="379" actId="20577"/>
          <ac:spMkLst>
            <pc:docMk/>
            <pc:sldMk cId="2751318222" sldId="452"/>
            <ac:spMk id="5" creationId="{0301DC4D-05C9-553F-FAC1-4953425348EE}"/>
          </ac:spMkLst>
        </pc:spChg>
        <pc:picChg chg="add mod">
          <ac:chgData name="JIMENA NAYELI TUTILLO TUTILLO" userId="S::jntutillo@espe.edu.ec::f0c8bb3d-2d5e-46f8-8ecd-bb102e0a4caa" providerId="AD" clId="Web-{6627DEC4-4842-16F2-2A25-DAACAA1A8EC5}" dt="2025-03-01T00:07:23.965" v="436" actId="1076"/>
          <ac:picMkLst>
            <pc:docMk/>
            <pc:sldMk cId="2751318222" sldId="452"/>
            <ac:picMk id="4" creationId="{BE94999B-7816-B0FF-5118-BF334D35DB9A}"/>
          </ac:picMkLst>
        </pc:picChg>
        <pc:picChg chg="del">
          <ac:chgData name="JIMENA NAYELI TUTILLO TUTILLO" userId="S::jntutillo@espe.edu.ec::f0c8bb3d-2d5e-46f8-8ecd-bb102e0a4caa" providerId="AD" clId="Web-{6627DEC4-4842-16F2-2A25-DAACAA1A8EC5}" dt="2025-03-01T00:06:56.556" v="431"/>
          <ac:picMkLst>
            <pc:docMk/>
            <pc:sldMk cId="2751318222" sldId="452"/>
            <ac:picMk id="6" creationId="{422F415E-BCBF-D6EB-51E0-097986F7EC74}"/>
          </ac:picMkLst>
        </pc:picChg>
        <pc:picChg chg="add mod">
          <ac:chgData name="JIMENA NAYELI TUTILLO TUTILLO" userId="S::jntutillo@espe.edu.ec::f0c8bb3d-2d5e-46f8-8ecd-bb102e0a4caa" providerId="AD" clId="Web-{6627DEC4-4842-16F2-2A25-DAACAA1A8EC5}" dt="2025-03-01T00:07:34.153" v="441" actId="1076"/>
          <ac:picMkLst>
            <pc:docMk/>
            <pc:sldMk cId="2751318222" sldId="452"/>
            <ac:picMk id="7" creationId="{75E11DAB-D86D-63C0-AE23-E1B189D4282E}"/>
          </ac:picMkLst>
        </pc:picChg>
      </pc:sldChg>
      <pc:sldChg chg="addSp delSp modSp add replId">
        <pc:chgData name="JIMENA NAYELI TUTILLO TUTILLO" userId="S::jntutillo@espe.edu.ec::f0c8bb3d-2d5e-46f8-8ecd-bb102e0a4caa" providerId="AD" clId="Web-{6627DEC4-4842-16F2-2A25-DAACAA1A8EC5}" dt="2025-03-01T00:06:36.164" v="424" actId="1076"/>
        <pc:sldMkLst>
          <pc:docMk/>
          <pc:sldMk cId="2254920779" sldId="453"/>
        </pc:sldMkLst>
        <pc:spChg chg="mod">
          <ac:chgData name="JIMENA NAYELI TUTILLO TUTILLO" userId="S::jntutillo@espe.edu.ec::f0c8bb3d-2d5e-46f8-8ecd-bb102e0a4caa" providerId="AD" clId="Web-{6627DEC4-4842-16F2-2A25-DAACAA1A8EC5}" dt="2025-03-01T00:06:25.770" v="419" actId="20577"/>
          <ac:spMkLst>
            <pc:docMk/>
            <pc:sldMk cId="2254920779" sldId="453"/>
            <ac:spMk id="3" creationId="{C98CDA89-7A7C-5593-CB74-833A37C1A314}"/>
          </ac:spMkLst>
        </pc:spChg>
        <pc:spChg chg="mod">
          <ac:chgData name="JIMENA NAYELI TUTILLO TUTILLO" userId="S::jntutillo@espe.edu.ec::f0c8bb3d-2d5e-46f8-8ecd-bb102e0a4caa" providerId="AD" clId="Web-{6627DEC4-4842-16F2-2A25-DAACAA1A8EC5}" dt="2025-03-01T00:03:26.371" v="377" actId="20577"/>
          <ac:spMkLst>
            <pc:docMk/>
            <pc:sldMk cId="2254920779" sldId="453"/>
            <ac:spMk id="5" creationId="{84490170-FF5F-B86B-6A5D-BC20A7755E2E}"/>
          </ac:spMkLst>
        </pc:spChg>
        <pc:picChg chg="del">
          <ac:chgData name="JIMENA NAYELI TUTILLO TUTILLO" userId="S::jntutillo@espe.edu.ec::f0c8bb3d-2d5e-46f8-8ecd-bb102e0a4caa" providerId="AD" clId="Web-{6627DEC4-4842-16F2-2A25-DAACAA1A8EC5}" dt="2025-03-01T00:06:27.710" v="420"/>
          <ac:picMkLst>
            <pc:docMk/>
            <pc:sldMk cId="2254920779" sldId="453"/>
            <ac:picMk id="4" creationId="{CAA80293-F6BB-F5DA-0BB5-AFD8A080A0B0}"/>
          </ac:picMkLst>
        </pc:picChg>
        <pc:picChg chg="add mod">
          <ac:chgData name="JIMENA NAYELI TUTILLO TUTILLO" userId="S::jntutillo@espe.edu.ec::f0c8bb3d-2d5e-46f8-8ecd-bb102e0a4caa" providerId="AD" clId="Web-{6627DEC4-4842-16F2-2A25-DAACAA1A8EC5}" dt="2025-03-01T00:06:36.164" v="424" actId="1076"/>
          <ac:picMkLst>
            <pc:docMk/>
            <pc:sldMk cId="2254920779" sldId="453"/>
            <ac:picMk id="6" creationId="{057F964D-0B16-1DD1-DC31-B617D1620C39}"/>
          </ac:picMkLst>
        </pc:picChg>
      </pc:sldChg>
      <pc:sldChg chg="addSp delSp modSp add replId">
        <pc:chgData name="JIMENA NAYELI TUTILLO TUTILLO" userId="S::jntutillo@espe.edu.ec::f0c8bb3d-2d5e-46f8-8ecd-bb102e0a4caa" providerId="AD" clId="Web-{6627DEC4-4842-16F2-2A25-DAACAA1A8EC5}" dt="2025-03-01T00:06:08.581" v="415" actId="1076"/>
        <pc:sldMkLst>
          <pc:docMk/>
          <pc:sldMk cId="4226008656" sldId="454"/>
        </pc:sldMkLst>
        <pc:spChg chg="mod">
          <ac:chgData name="JIMENA NAYELI TUTILLO TUTILLO" userId="S::jntutillo@espe.edu.ec::f0c8bb3d-2d5e-46f8-8ecd-bb102e0a4caa" providerId="AD" clId="Web-{6627DEC4-4842-16F2-2A25-DAACAA1A8EC5}" dt="2025-03-01T00:05:26.173" v="402" actId="20577"/>
          <ac:spMkLst>
            <pc:docMk/>
            <pc:sldMk cId="4226008656" sldId="454"/>
            <ac:spMk id="3" creationId="{6ABBF8C6-185E-8D26-3651-A74CB7E79A78}"/>
          </ac:spMkLst>
        </pc:spChg>
        <pc:spChg chg="mod">
          <ac:chgData name="JIMENA NAYELI TUTILLO TUTILLO" userId="S::jntutillo@espe.edu.ec::f0c8bb3d-2d5e-46f8-8ecd-bb102e0a4caa" providerId="AD" clId="Web-{6627DEC4-4842-16F2-2A25-DAACAA1A8EC5}" dt="2025-03-01T00:03:10.479" v="375" actId="20577"/>
          <ac:spMkLst>
            <pc:docMk/>
            <pc:sldMk cId="4226008656" sldId="454"/>
            <ac:spMk id="5" creationId="{407D9DCD-B20B-0051-47E8-9482BEC3B87C}"/>
          </ac:spMkLst>
        </pc:spChg>
        <pc:picChg chg="add mod">
          <ac:chgData name="JIMENA NAYELI TUTILLO TUTILLO" userId="S::jntutillo@espe.edu.ec::f0c8bb3d-2d5e-46f8-8ecd-bb102e0a4caa" providerId="AD" clId="Web-{6627DEC4-4842-16F2-2A25-DAACAA1A8EC5}" dt="2025-03-01T00:06:02.222" v="413" actId="14100"/>
          <ac:picMkLst>
            <pc:docMk/>
            <pc:sldMk cId="4226008656" sldId="454"/>
            <ac:picMk id="4" creationId="{94AB48F9-66C7-674B-0488-B9E71852A62D}"/>
          </ac:picMkLst>
        </pc:picChg>
        <pc:picChg chg="del">
          <ac:chgData name="JIMENA NAYELI TUTILLO TUTILLO" userId="S::jntutillo@espe.edu.ec::f0c8bb3d-2d5e-46f8-8ecd-bb102e0a4caa" providerId="AD" clId="Web-{6627DEC4-4842-16F2-2A25-DAACAA1A8EC5}" dt="2025-03-01T00:05:32.017" v="403"/>
          <ac:picMkLst>
            <pc:docMk/>
            <pc:sldMk cId="4226008656" sldId="454"/>
            <ac:picMk id="6" creationId="{57980708-50DF-5BBC-D1E6-34E223224264}"/>
          </ac:picMkLst>
        </pc:picChg>
        <pc:picChg chg="add mod">
          <ac:chgData name="JIMENA NAYELI TUTILLO TUTILLO" userId="S::jntutillo@espe.edu.ec::f0c8bb3d-2d5e-46f8-8ecd-bb102e0a4caa" providerId="AD" clId="Web-{6627DEC4-4842-16F2-2A25-DAACAA1A8EC5}" dt="2025-03-01T00:06:08.581" v="415" actId="1076"/>
          <ac:picMkLst>
            <pc:docMk/>
            <pc:sldMk cId="4226008656" sldId="454"/>
            <ac:picMk id="7" creationId="{3F12C905-86DD-F38A-C8AA-C76C12A6410C}"/>
          </ac:picMkLst>
        </pc:picChg>
      </pc:sldChg>
      <pc:sldChg chg="addSp delSp modSp add replId">
        <pc:chgData name="JIMENA NAYELI TUTILLO TUTILLO" userId="S::jntutillo@espe.edu.ec::f0c8bb3d-2d5e-46f8-8ecd-bb102e0a4caa" providerId="AD" clId="Web-{6627DEC4-4842-16F2-2A25-DAACAA1A8EC5}" dt="2025-03-01T00:05:03.860" v="397" actId="1076"/>
        <pc:sldMkLst>
          <pc:docMk/>
          <pc:sldMk cId="2093361145" sldId="455"/>
        </pc:sldMkLst>
        <pc:spChg chg="mod">
          <ac:chgData name="JIMENA NAYELI TUTILLO TUTILLO" userId="S::jntutillo@espe.edu.ec::f0c8bb3d-2d5e-46f8-8ecd-bb102e0a4caa" providerId="AD" clId="Web-{6627DEC4-4842-16F2-2A25-DAACAA1A8EC5}" dt="2025-03-01T00:04:56.641" v="393" actId="20577"/>
          <ac:spMkLst>
            <pc:docMk/>
            <pc:sldMk cId="2093361145" sldId="455"/>
            <ac:spMk id="3" creationId="{A51D3B6A-7793-FDEF-25D6-3FA6A9D594EE}"/>
          </ac:spMkLst>
        </pc:spChg>
        <pc:spChg chg="mod">
          <ac:chgData name="JIMENA NAYELI TUTILLO TUTILLO" userId="S::jntutillo@espe.edu.ec::f0c8bb3d-2d5e-46f8-8ecd-bb102e0a4caa" providerId="AD" clId="Web-{6627DEC4-4842-16F2-2A25-DAACAA1A8EC5}" dt="2025-03-01T00:02:47.994" v="373" actId="20577"/>
          <ac:spMkLst>
            <pc:docMk/>
            <pc:sldMk cId="2093361145" sldId="455"/>
            <ac:spMk id="5" creationId="{4C725B98-54AB-75F1-A62D-CDEAA245090E}"/>
          </ac:spMkLst>
        </pc:spChg>
        <pc:picChg chg="add mod">
          <ac:chgData name="JIMENA NAYELI TUTILLO TUTILLO" userId="S::jntutillo@espe.edu.ec::f0c8bb3d-2d5e-46f8-8ecd-bb102e0a4caa" providerId="AD" clId="Web-{6627DEC4-4842-16F2-2A25-DAACAA1A8EC5}" dt="2025-03-01T00:05:03.860" v="397" actId="1076"/>
          <ac:picMkLst>
            <pc:docMk/>
            <pc:sldMk cId="2093361145" sldId="455"/>
            <ac:picMk id="4" creationId="{BF5CBAA8-80C5-4A3C-08C8-EC05EC93E18B}"/>
          </ac:picMkLst>
        </pc:picChg>
        <pc:picChg chg="del">
          <ac:chgData name="JIMENA NAYELI TUTILLO TUTILLO" userId="S::jntutillo@espe.edu.ec::f0c8bb3d-2d5e-46f8-8ecd-bb102e0a4caa" providerId="AD" clId="Web-{6627DEC4-4842-16F2-2A25-DAACAA1A8EC5}" dt="2025-03-01T00:00:59.036" v="371"/>
          <ac:picMkLst>
            <pc:docMk/>
            <pc:sldMk cId="2093361145" sldId="455"/>
            <ac:picMk id="6" creationId="{D4C0E255-74AF-0053-81EF-BDBEBC3598B7}"/>
          </ac:picMkLst>
        </pc:picChg>
      </pc:sldChg>
      <pc:sldChg chg="addSp delSp modSp add replId">
        <pc:chgData name="JIMENA NAYELI TUTILLO TUTILLO" userId="S::jntutillo@espe.edu.ec::f0c8bb3d-2d5e-46f8-8ecd-bb102e0a4caa" providerId="AD" clId="Web-{6627DEC4-4842-16F2-2A25-DAACAA1A8EC5}" dt="2025-03-01T00:00:15.952" v="353" actId="1076"/>
        <pc:sldMkLst>
          <pc:docMk/>
          <pc:sldMk cId="1608944382" sldId="456"/>
        </pc:sldMkLst>
        <pc:spChg chg="mod">
          <ac:chgData name="JIMENA NAYELI TUTILLO TUTILLO" userId="S::jntutillo@espe.edu.ec::f0c8bb3d-2d5e-46f8-8ecd-bb102e0a4caa" providerId="AD" clId="Web-{6627DEC4-4842-16F2-2A25-DAACAA1A8EC5}" dt="2025-02-28T23:59:49.232" v="345" actId="20577"/>
          <ac:spMkLst>
            <pc:docMk/>
            <pc:sldMk cId="1608944382" sldId="456"/>
            <ac:spMk id="3" creationId="{F24BED73-BF9B-751D-194D-FE56EFA682F2}"/>
          </ac:spMkLst>
        </pc:spChg>
        <pc:picChg chg="add mod">
          <ac:chgData name="JIMENA NAYELI TUTILLO TUTILLO" userId="S::jntutillo@espe.edu.ec::f0c8bb3d-2d5e-46f8-8ecd-bb102e0a4caa" providerId="AD" clId="Web-{6627DEC4-4842-16F2-2A25-DAACAA1A8EC5}" dt="2025-03-01T00:00:13.858" v="352" actId="1076"/>
          <ac:picMkLst>
            <pc:docMk/>
            <pc:sldMk cId="1608944382" sldId="456"/>
            <ac:picMk id="4" creationId="{0B9D5B6E-F4CB-57DB-8679-5C54BFA9EAE0}"/>
          </ac:picMkLst>
        </pc:picChg>
        <pc:picChg chg="add mod">
          <ac:chgData name="JIMENA NAYELI TUTILLO TUTILLO" userId="S::jntutillo@espe.edu.ec::f0c8bb3d-2d5e-46f8-8ecd-bb102e0a4caa" providerId="AD" clId="Web-{6627DEC4-4842-16F2-2A25-DAACAA1A8EC5}" dt="2025-03-01T00:00:15.952" v="353" actId="1076"/>
          <ac:picMkLst>
            <pc:docMk/>
            <pc:sldMk cId="1608944382" sldId="456"/>
            <ac:picMk id="6" creationId="{D2165CB8-19BE-2636-0460-10816FE6509D}"/>
          </ac:picMkLst>
        </pc:picChg>
        <pc:picChg chg="del">
          <ac:chgData name="JIMENA NAYELI TUTILLO TUTILLO" userId="S::jntutillo@espe.edu.ec::f0c8bb3d-2d5e-46f8-8ecd-bb102e0a4caa" providerId="AD" clId="Web-{6627DEC4-4842-16F2-2A25-DAACAA1A8EC5}" dt="2025-02-28T23:59:17.699" v="332"/>
          <ac:picMkLst>
            <pc:docMk/>
            <pc:sldMk cId="1608944382" sldId="456"/>
            <ac:picMk id="7" creationId="{90040E4D-E0E6-8A3A-3A8E-FCDA9AE66408}"/>
          </ac:picMkLst>
        </pc:picChg>
      </pc:sldChg>
      <pc:sldChg chg="add del replId">
        <pc:chgData name="JIMENA NAYELI TUTILLO TUTILLO" userId="S::jntutillo@espe.edu.ec::f0c8bb3d-2d5e-46f8-8ecd-bb102e0a4caa" providerId="AD" clId="Web-{6627DEC4-4842-16F2-2A25-DAACAA1A8EC5}" dt="2025-03-01T00:04:35.999" v="390"/>
        <pc:sldMkLst>
          <pc:docMk/>
          <pc:sldMk cId="3115679331" sldId="457"/>
        </pc:sldMkLst>
      </pc:sldChg>
      <pc:sldChg chg="addSp delSp modSp add replId">
        <pc:chgData name="JIMENA NAYELI TUTILLO TUTILLO" userId="S::jntutillo@espe.edu.ec::f0c8bb3d-2d5e-46f8-8ecd-bb102e0a4caa" providerId="AD" clId="Web-{6627DEC4-4842-16F2-2A25-DAACAA1A8EC5}" dt="2025-03-01T00:09:44.456" v="485" actId="1076"/>
        <pc:sldMkLst>
          <pc:docMk/>
          <pc:sldMk cId="1148874356" sldId="458"/>
        </pc:sldMkLst>
        <pc:spChg chg="mod">
          <ac:chgData name="JIMENA NAYELI TUTILLO TUTILLO" userId="S::jntutillo@espe.edu.ec::f0c8bb3d-2d5e-46f8-8ecd-bb102e0a4caa" providerId="AD" clId="Web-{6627DEC4-4842-16F2-2A25-DAACAA1A8EC5}" dt="2025-03-01T00:09:37.222" v="480" actId="20577"/>
          <ac:spMkLst>
            <pc:docMk/>
            <pc:sldMk cId="1148874356" sldId="458"/>
            <ac:spMk id="3" creationId="{73BBE2A9-FB80-0D6C-80C6-B59C334CE7C2}"/>
          </ac:spMkLst>
        </pc:spChg>
        <pc:spChg chg="mod">
          <ac:chgData name="JIMENA NAYELI TUTILLO TUTILLO" userId="S::jntutillo@espe.edu.ec::f0c8bb3d-2d5e-46f8-8ecd-bb102e0a4caa" providerId="AD" clId="Web-{6627DEC4-4842-16F2-2A25-DAACAA1A8EC5}" dt="2025-03-01T00:04:23.764" v="385" actId="20577"/>
          <ac:spMkLst>
            <pc:docMk/>
            <pc:sldMk cId="1148874356" sldId="458"/>
            <ac:spMk id="5" creationId="{58C5D988-E254-27E2-A884-BB13555C4170}"/>
          </ac:spMkLst>
        </pc:spChg>
        <pc:picChg chg="del">
          <ac:chgData name="JIMENA NAYELI TUTILLO TUTILLO" userId="S::jntutillo@espe.edu.ec::f0c8bb3d-2d5e-46f8-8ecd-bb102e0a4caa" providerId="AD" clId="Web-{6627DEC4-4842-16F2-2A25-DAACAA1A8EC5}" dt="2025-03-01T00:09:37.894" v="481"/>
          <ac:picMkLst>
            <pc:docMk/>
            <pc:sldMk cId="1148874356" sldId="458"/>
            <ac:picMk id="4" creationId="{99DB36AC-E146-DC47-0573-E06D3FEF6A00}"/>
          </ac:picMkLst>
        </pc:picChg>
        <pc:picChg chg="add mod">
          <ac:chgData name="JIMENA NAYELI TUTILLO TUTILLO" userId="S::jntutillo@espe.edu.ec::f0c8bb3d-2d5e-46f8-8ecd-bb102e0a4caa" providerId="AD" clId="Web-{6627DEC4-4842-16F2-2A25-DAACAA1A8EC5}" dt="2025-03-01T00:09:44.456" v="485" actId="1076"/>
          <ac:picMkLst>
            <pc:docMk/>
            <pc:sldMk cId="1148874356" sldId="458"/>
            <ac:picMk id="6" creationId="{8DFA7E01-BD27-CA5D-B609-C68E8EBA4557}"/>
          </ac:picMkLst>
        </pc:picChg>
      </pc:sldChg>
      <pc:sldChg chg="addSp delSp modSp add replId">
        <pc:chgData name="JIMENA NAYELI TUTILLO TUTILLO" userId="S::jntutillo@espe.edu.ec::f0c8bb3d-2d5e-46f8-8ecd-bb102e0a4caa" providerId="AD" clId="Web-{6627DEC4-4842-16F2-2A25-DAACAA1A8EC5}" dt="2025-03-01T00:09:15.517" v="475" actId="14100"/>
        <pc:sldMkLst>
          <pc:docMk/>
          <pc:sldMk cId="300053920" sldId="459"/>
        </pc:sldMkLst>
        <pc:spChg chg="mod">
          <ac:chgData name="JIMENA NAYELI TUTILLO TUTILLO" userId="S::jntutillo@espe.edu.ec::f0c8bb3d-2d5e-46f8-8ecd-bb102e0a4caa" providerId="AD" clId="Web-{6627DEC4-4842-16F2-2A25-DAACAA1A8EC5}" dt="2025-03-01T00:08:48.594" v="466" actId="20577"/>
          <ac:spMkLst>
            <pc:docMk/>
            <pc:sldMk cId="300053920" sldId="459"/>
            <ac:spMk id="3" creationId="{33D45710-AD99-7891-8EFE-54A1875CC593}"/>
          </ac:spMkLst>
        </pc:spChg>
        <pc:spChg chg="mod">
          <ac:chgData name="JIMENA NAYELI TUTILLO TUTILLO" userId="S::jntutillo@espe.edu.ec::f0c8bb3d-2d5e-46f8-8ecd-bb102e0a4caa" providerId="AD" clId="Web-{6627DEC4-4842-16F2-2A25-DAACAA1A8EC5}" dt="2025-03-01T00:04:12.623" v="383" actId="20577"/>
          <ac:spMkLst>
            <pc:docMk/>
            <pc:sldMk cId="300053920" sldId="459"/>
            <ac:spMk id="5" creationId="{35BB037D-61D1-DB4E-80AE-EA60B50CD1D7}"/>
          </ac:spMkLst>
        </pc:spChg>
        <pc:picChg chg="add mod">
          <ac:chgData name="JIMENA NAYELI TUTILLO TUTILLO" userId="S::jntutillo@espe.edu.ec::f0c8bb3d-2d5e-46f8-8ecd-bb102e0a4caa" providerId="AD" clId="Web-{6627DEC4-4842-16F2-2A25-DAACAA1A8EC5}" dt="2025-03-01T00:09:02.657" v="471" actId="1076"/>
          <ac:picMkLst>
            <pc:docMk/>
            <pc:sldMk cId="300053920" sldId="459"/>
            <ac:picMk id="4" creationId="{A4D895E4-441C-9E18-2455-3BF3AFE0C750}"/>
          </ac:picMkLst>
        </pc:picChg>
        <pc:picChg chg="del">
          <ac:chgData name="JIMENA NAYELI TUTILLO TUTILLO" userId="S::jntutillo@espe.edu.ec::f0c8bb3d-2d5e-46f8-8ecd-bb102e0a4caa" providerId="AD" clId="Web-{6627DEC4-4842-16F2-2A25-DAACAA1A8EC5}" dt="2025-03-01T00:08:50.376" v="467"/>
          <ac:picMkLst>
            <pc:docMk/>
            <pc:sldMk cId="300053920" sldId="459"/>
            <ac:picMk id="6" creationId="{AF09C135-F741-A625-713E-D5E6C44584F1}"/>
          </ac:picMkLst>
        </pc:picChg>
        <pc:picChg chg="add mod">
          <ac:chgData name="JIMENA NAYELI TUTILLO TUTILLO" userId="S::jntutillo@espe.edu.ec::f0c8bb3d-2d5e-46f8-8ecd-bb102e0a4caa" providerId="AD" clId="Web-{6627DEC4-4842-16F2-2A25-DAACAA1A8EC5}" dt="2025-03-01T00:09:15.517" v="475" actId="14100"/>
          <ac:picMkLst>
            <pc:docMk/>
            <pc:sldMk cId="300053920" sldId="459"/>
            <ac:picMk id="7" creationId="{03C153A8-4CE8-C196-DC82-F7D718E24C1E}"/>
          </ac:picMkLst>
        </pc:picChg>
      </pc:sldChg>
      <pc:sldChg chg="addSp delSp modSp add replId">
        <pc:chgData name="JIMENA NAYELI TUTILLO TUTILLO" userId="S::jntutillo@espe.edu.ec::f0c8bb3d-2d5e-46f8-8ecd-bb102e0a4caa" providerId="AD" clId="Web-{6627DEC4-4842-16F2-2A25-DAACAA1A8EC5}" dt="2025-03-01T00:08:31.781" v="459" actId="1076"/>
        <pc:sldMkLst>
          <pc:docMk/>
          <pc:sldMk cId="3388593507" sldId="460"/>
        </pc:sldMkLst>
        <pc:spChg chg="mod">
          <ac:chgData name="JIMENA NAYELI TUTILLO TUTILLO" userId="S::jntutillo@espe.edu.ec::f0c8bb3d-2d5e-46f8-8ecd-bb102e0a4caa" providerId="AD" clId="Web-{6627DEC4-4842-16F2-2A25-DAACAA1A8EC5}" dt="2025-03-01T00:08:01.842" v="448" actId="1076"/>
          <ac:spMkLst>
            <pc:docMk/>
            <pc:sldMk cId="3388593507" sldId="460"/>
            <ac:spMk id="3" creationId="{AB6C5145-5C88-6889-00A5-90EBEA927FD8}"/>
          </ac:spMkLst>
        </pc:spChg>
        <pc:spChg chg="mod">
          <ac:chgData name="JIMENA NAYELI TUTILLO TUTILLO" userId="S::jntutillo@espe.edu.ec::f0c8bb3d-2d5e-46f8-8ecd-bb102e0a4caa" providerId="AD" clId="Web-{6627DEC4-4842-16F2-2A25-DAACAA1A8EC5}" dt="2025-03-01T00:04:01.450" v="381" actId="20577"/>
          <ac:spMkLst>
            <pc:docMk/>
            <pc:sldMk cId="3388593507" sldId="460"/>
            <ac:spMk id="5" creationId="{0A65F733-8532-A2AF-EEDC-26583596085B}"/>
          </ac:spMkLst>
        </pc:spChg>
        <pc:picChg chg="add mod">
          <ac:chgData name="JIMENA NAYELI TUTILLO TUTILLO" userId="S::jntutillo@espe.edu.ec::f0c8bb3d-2d5e-46f8-8ecd-bb102e0a4caa" providerId="AD" clId="Web-{6627DEC4-4842-16F2-2A25-DAACAA1A8EC5}" dt="2025-03-01T00:08:30.828" v="458" actId="1076"/>
          <ac:picMkLst>
            <pc:docMk/>
            <pc:sldMk cId="3388593507" sldId="460"/>
            <ac:picMk id="4" creationId="{D93BA1F9-5A64-DDED-170C-81C67512611C}"/>
          </ac:picMkLst>
        </pc:picChg>
        <pc:picChg chg="del">
          <ac:chgData name="JIMENA NAYELI TUTILLO TUTILLO" userId="S::jntutillo@espe.edu.ec::f0c8bb3d-2d5e-46f8-8ecd-bb102e0a4caa" providerId="AD" clId="Web-{6627DEC4-4842-16F2-2A25-DAACAA1A8EC5}" dt="2025-03-01T00:07:55.389" v="446"/>
          <ac:picMkLst>
            <pc:docMk/>
            <pc:sldMk cId="3388593507" sldId="460"/>
            <ac:picMk id="6" creationId="{000D784C-D9D0-8060-F16B-20E24D22B888}"/>
          </ac:picMkLst>
        </pc:picChg>
        <pc:picChg chg="add mod">
          <ac:chgData name="JIMENA NAYELI TUTILLO TUTILLO" userId="S::jntutillo@espe.edu.ec::f0c8bb3d-2d5e-46f8-8ecd-bb102e0a4caa" providerId="AD" clId="Web-{6627DEC4-4842-16F2-2A25-DAACAA1A8EC5}" dt="2025-03-01T00:08:31.781" v="459" actId="1076"/>
          <ac:picMkLst>
            <pc:docMk/>
            <pc:sldMk cId="3388593507" sldId="460"/>
            <ac:picMk id="7" creationId="{C2E193CC-D42B-2AF3-C145-56F4C3C5A0A3}"/>
          </ac:picMkLst>
        </pc:picChg>
      </pc:sldChg>
      <pc:sldChg chg="add del replId">
        <pc:chgData name="JIMENA NAYELI TUTILLO TUTILLO" userId="S::jntutillo@espe.edu.ec::f0c8bb3d-2d5e-46f8-8ecd-bb102e0a4caa" providerId="AD" clId="Web-{6627DEC4-4842-16F2-2A25-DAACAA1A8EC5}" dt="2025-03-01T00:04:35.999" v="386"/>
        <pc:sldMkLst>
          <pc:docMk/>
          <pc:sldMk cId="384232776" sldId="461"/>
        </pc:sldMkLst>
      </pc:sldChg>
      <pc:sldChg chg="add del replId">
        <pc:chgData name="JIMENA NAYELI TUTILLO TUTILLO" userId="S::jntutillo@espe.edu.ec::f0c8bb3d-2d5e-46f8-8ecd-bb102e0a4caa" providerId="AD" clId="Web-{6627DEC4-4842-16F2-2A25-DAACAA1A8EC5}" dt="2025-03-01T00:04:35.999" v="387"/>
        <pc:sldMkLst>
          <pc:docMk/>
          <pc:sldMk cId="4260610683" sldId="462"/>
        </pc:sldMkLst>
      </pc:sldChg>
      <pc:sldChg chg="add del replId">
        <pc:chgData name="JIMENA NAYELI TUTILLO TUTILLO" userId="S::jntutillo@espe.edu.ec::f0c8bb3d-2d5e-46f8-8ecd-bb102e0a4caa" providerId="AD" clId="Web-{6627DEC4-4842-16F2-2A25-DAACAA1A8EC5}" dt="2025-03-01T00:04:35.999" v="388"/>
        <pc:sldMkLst>
          <pc:docMk/>
          <pc:sldMk cId="4035024991" sldId="463"/>
        </pc:sldMkLst>
      </pc:sldChg>
      <pc:sldChg chg="add del replId">
        <pc:chgData name="JIMENA NAYELI TUTILLO TUTILLO" userId="S::jntutillo@espe.edu.ec::f0c8bb3d-2d5e-46f8-8ecd-bb102e0a4caa" providerId="AD" clId="Web-{6627DEC4-4842-16F2-2A25-DAACAA1A8EC5}" dt="2025-03-01T00:04:35.999" v="389"/>
        <pc:sldMkLst>
          <pc:docMk/>
          <pc:sldMk cId="2349711553" sldId="464"/>
        </pc:sldMkLst>
      </pc:sldChg>
      <pc:sldChg chg="addSp modSp add replId">
        <pc:chgData name="JIMENA NAYELI TUTILLO TUTILLO" userId="S::jntutillo@espe.edu.ec::f0c8bb3d-2d5e-46f8-8ecd-bb102e0a4caa" providerId="AD" clId="Web-{6627DEC4-4842-16F2-2A25-DAACAA1A8EC5}" dt="2025-03-01T00:00:53.473" v="370" actId="1076"/>
        <pc:sldMkLst>
          <pc:docMk/>
          <pc:sldMk cId="2874831688" sldId="465"/>
        </pc:sldMkLst>
        <pc:spChg chg="mod">
          <ac:chgData name="JIMENA NAYELI TUTILLO TUTILLO" userId="S::jntutillo@espe.edu.ec::f0c8bb3d-2d5e-46f8-8ecd-bb102e0a4caa" providerId="AD" clId="Web-{6627DEC4-4842-16F2-2A25-DAACAA1A8EC5}" dt="2025-03-01T00:00:37.422" v="362" actId="20577"/>
          <ac:spMkLst>
            <pc:docMk/>
            <pc:sldMk cId="2874831688" sldId="465"/>
            <ac:spMk id="3" creationId="{3DFD6C33-5AA2-F12C-223E-8CFE8B76D73C}"/>
          </ac:spMkLst>
        </pc:spChg>
        <pc:picChg chg="add mod">
          <ac:chgData name="JIMENA NAYELI TUTILLO TUTILLO" userId="S::jntutillo@espe.edu.ec::f0c8bb3d-2d5e-46f8-8ecd-bb102e0a4caa" providerId="AD" clId="Web-{6627DEC4-4842-16F2-2A25-DAACAA1A8EC5}" dt="2025-03-01T00:00:53.473" v="370" actId="1076"/>
          <ac:picMkLst>
            <pc:docMk/>
            <pc:sldMk cId="2874831688" sldId="465"/>
            <ac:picMk id="4" creationId="{E6DCE2BC-4D08-61DB-4100-A0A33A3C08C6}"/>
          </ac:picMkLst>
        </pc:picChg>
      </pc:sldChg>
      <pc:sldChg chg="addSp delSp modSp add replId">
        <pc:chgData name="JIMENA NAYELI TUTILLO TUTILLO" userId="S::jntutillo@espe.edu.ec::f0c8bb3d-2d5e-46f8-8ecd-bb102e0a4caa" providerId="AD" clId="Web-{6627DEC4-4842-16F2-2A25-DAACAA1A8EC5}" dt="2025-03-01T00:16:42.633" v="573" actId="1076"/>
        <pc:sldMkLst>
          <pc:docMk/>
          <pc:sldMk cId="1941564302" sldId="466"/>
        </pc:sldMkLst>
        <pc:spChg chg="mod">
          <ac:chgData name="JIMENA NAYELI TUTILLO TUTILLO" userId="S::jntutillo@espe.edu.ec::f0c8bb3d-2d5e-46f8-8ecd-bb102e0a4caa" providerId="AD" clId="Web-{6627DEC4-4842-16F2-2A25-DAACAA1A8EC5}" dt="2025-03-01T00:16:34.523" v="568" actId="20577"/>
          <ac:spMkLst>
            <pc:docMk/>
            <pc:sldMk cId="1941564302" sldId="466"/>
            <ac:spMk id="3" creationId="{36373CB3-134C-4A47-927F-05A938135952}"/>
          </ac:spMkLst>
        </pc:spChg>
        <pc:picChg chg="add mod">
          <ac:chgData name="JIMENA NAYELI TUTILLO TUTILLO" userId="S::jntutillo@espe.edu.ec::f0c8bb3d-2d5e-46f8-8ecd-bb102e0a4caa" providerId="AD" clId="Web-{6627DEC4-4842-16F2-2A25-DAACAA1A8EC5}" dt="2025-03-01T00:16:42.633" v="573" actId="1076"/>
          <ac:picMkLst>
            <pc:docMk/>
            <pc:sldMk cId="1941564302" sldId="466"/>
            <ac:picMk id="4" creationId="{3E2B795A-8A78-B522-D2A2-70A4BE1A2738}"/>
          </ac:picMkLst>
        </pc:picChg>
        <pc:picChg chg="del">
          <ac:chgData name="JIMENA NAYELI TUTILLO TUTILLO" userId="S::jntutillo@espe.edu.ec::f0c8bb3d-2d5e-46f8-8ecd-bb102e0a4caa" providerId="AD" clId="Web-{6627DEC4-4842-16F2-2A25-DAACAA1A8EC5}" dt="2025-03-01T00:16:35.242" v="569"/>
          <ac:picMkLst>
            <pc:docMk/>
            <pc:sldMk cId="1941564302" sldId="466"/>
            <ac:picMk id="6" creationId="{F06A9642-D20B-5D14-726F-1C8E9472DD8A}"/>
          </ac:picMkLst>
        </pc:picChg>
      </pc:sldChg>
      <pc:sldChg chg="addSp delSp modSp add replId">
        <pc:chgData name="JIMENA NAYELI TUTILLO TUTILLO" userId="S::jntutillo@espe.edu.ec::f0c8bb3d-2d5e-46f8-8ecd-bb102e0a4caa" providerId="AD" clId="Web-{6627DEC4-4842-16F2-2A25-DAACAA1A8EC5}" dt="2025-03-01T00:15:32.411" v="550" actId="1076"/>
        <pc:sldMkLst>
          <pc:docMk/>
          <pc:sldMk cId="4202350682" sldId="467"/>
        </pc:sldMkLst>
        <pc:spChg chg="mod">
          <ac:chgData name="JIMENA NAYELI TUTILLO TUTILLO" userId="S::jntutillo@espe.edu.ec::f0c8bb3d-2d5e-46f8-8ecd-bb102e0a4caa" providerId="AD" clId="Web-{6627DEC4-4842-16F2-2A25-DAACAA1A8EC5}" dt="2025-03-01T00:14:21.845" v="542" actId="1076"/>
          <ac:spMkLst>
            <pc:docMk/>
            <pc:sldMk cId="4202350682" sldId="467"/>
            <ac:spMk id="3" creationId="{20668F97-704E-9E8F-322E-6A19E1798FE0}"/>
          </ac:spMkLst>
        </pc:spChg>
        <pc:picChg chg="del">
          <ac:chgData name="JIMENA NAYELI TUTILLO TUTILLO" userId="S::jntutillo@espe.edu.ec::f0c8bb3d-2d5e-46f8-8ecd-bb102e0a4caa" providerId="AD" clId="Web-{6627DEC4-4842-16F2-2A25-DAACAA1A8EC5}" dt="2025-03-01T00:14:14.501" v="538"/>
          <ac:picMkLst>
            <pc:docMk/>
            <pc:sldMk cId="4202350682" sldId="467"/>
            <ac:picMk id="4" creationId="{2552C433-ED5F-EF48-C66B-E9F48A8C77EC}"/>
          </ac:picMkLst>
        </pc:picChg>
        <pc:picChg chg="add mod">
          <ac:chgData name="JIMENA NAYELI TUTILLO TUTILLO" userId="S::jntutillo@espe.edu.ec::f0c8bb3d-2d5e-46f8-8ecd-bb102e0a4caa" providerId="AD" clId="Web-{6627DEC4-4842-16F2-2A25-DAACAA1A8EC5}" dt="2025-03-01T00:14:58.284" v="545" actId="1076"/>
          <ac:picMkLst>
            <pc:docMk/>
            <pc:sldMk cId="4202350682" sldId="467"/>
            <ac:picMk id="6" creationId="{84286EE9-137D-E6FF-1F15-2CBC7F6F0122}"/>
          </ac:picMkLst>
        </pc:picChg>
        <pc:picChg chg="del">
          <ac:chgData name="JIMENA NAYELI TUTILLO TUTILLO" userId="S::jntutillo@espe.edu.ec::f0c8bb3d-2d5e-46f8-8ecd-bb102e0a4caa" providerId="AD" clId="Web-{6627DEC4-4842-16F2-2A25-DAACAA1A8EC5}" dt="2025-03-01T00:14:14.892" v="539"/>
          <ac:picMkLst>
            <pc:docMk/>
            <pc:sldMk cId="4202350682" sldId="467"/>
            <ac:picMk id="7" creationId="{281B5FF6-2BFE-358E-EA05-AF17C5A4A312}"/>
          </ac:picMkLst>
        </pc:picChg>
        <pc:picChg chg="add mod">
          <ac:chgData name="JIMENA NAYELI TUTILLO TUTILLO" userId="S::jntutillo@espe.edu.ec::f0c8bb3d-2d5e-46f8-8ecd-bb102e0a4caa" providerId="AD" clId="Web-{6627DEC4-4842-16F2-2A25-DAACAA1A8EC5}" dt="2025-03-01T00:15:32.411" v="550" actId="1076"/>
          <ac:picMkLst>
            <pc:docMk/>
            <pc:sldMk cId="4202350682" sldId="467"/>
            <ac:picMk id="8" creationId="{BE88BFB3-6BCC-647B-B1D4-9B808D7A3CAC}"/>
          </ac:picMkLst>
        </pc:picChg>
      </pc:sldChg>
      <pc:sldChg chg="addSp delSp modSp add replId">
        <pc:chgData name="JIMENA NAYELI TUTILLO TUTILLO" userId="S::jntutillo@espe.edu.ec::f0c8bb3d-2d5e-46f8-8ecd-bb102e0a4caa" providerId="AD" clId="Web-{6627DEC4-4842-16F2-2A25-DAACAA1A8EC5}" dt="2025-03-01T00:13:45.593" v="533" actId="1076"/>
        <pc:sldMkLst>
          <pc:docMk/>
          <pc:sldMk cId="1203839370" sldId="468"/>
        </pc:sldMkLst>
        <pc:spChg chg="mod">
          <ac:chgData name="JIMENA NAYELI TUTILLO TUTILLO" userId="S::jntutillo@espe.edu.ec::f0c8bb3d-2d5e-46f8-8ecd-bb102e0a4caa" providerId="AD" clId="Web-{6627DEC4-4842-16F2-2A25-DAACAA1A8EC5}" dt="2025-03-01T00:13:35.608" v="528" actId="20577"/>
          <ac:spMkLst>
            <pc:docMk/>
            <pc:sldMk cId="1203839370" sldId="468"/>
            <ac:spMk id="3" creationId="{AB042D65-EC89-409A-AD3F-195AE2C956F1}"/>
          </ac:spMkLst>
        </pc:spChg>
        <pc:picChg chg="del">
          <ac:chgData name="JIMENA NAYELI TUTILLO TUTILLO" userId="S::jntutillo@espe.edu.ec::f0c8bb3d-2d5e-46f8-8ecd-bb102e0a4caa" providerId="AD" clId="Web-{6627DEC4-4842-16F2-2A25-DAACAA1A8EC5}" dt="2025-03-01T00:13:36.202" v="529"/>
          <ac:picMkLst>
            <pc:docMk/>
            <pc:sldMk cId="1203839370" sldId="468"/>
            <ac:picMk id="4" creationId="{6013C424-6112-0470-3D91-09068189A931}"/>
          </ac:picMkLst>
        </pc:picChg>
        <pc:picChg chg="add mod">
          <ac:chgData name="JIMENA NAYELI TUTILLO TUTILLO" userId="S::jntutillo@espe.edu.ec::f0c8bb3d-2d5e-46f8-8ecd-bb102e0a4caa" providerId="AD" clId="Web-{6627DEC4-4842-16F2-2A25-DAACAA1A8EC5}" dt="2025-03-01T00:13:45.593" v="533" actId="1076"/>
          <ac:picMkLst>
            <pc:docMk/>
            <pc:sldMk cId="1203839370" sldId="468"/>
            <ac:picMk id="6" creationId="{03D0D73D-F9B0-5AD0-7329-F8A527689212}"/>
          </ac:picMkLst>
        </pc:picChg>
        <pc:picChg chg="del">
          <ac:chgData name="JIMENA NAYELI TUTILLO TUTILLO" userId="S::jntutillo@espe.edu.ec::f0c8bb3d-2d5e-46f8-8ecd-bb102e0a4caa" providerId="AD" clId="Web-{6627DEC4-4842-16F2-2A25-DAACAA1A8EC5}" dt="2025-03-01T00:13:36.640" v="530"/>
          <ac:picMkLst>
            <pc:docMk/>
            <pc:sldMk cId="1203839370" sldId="468"/>
            <ac:picMk id="7" creationId="{0784A2D2-45B3-4DAE-EE1B-5FFC54AA5D07}"/>
          </ac:picMkLst>
        </pc:picChg>
      </pc:sldChg>
      <pc:sldChg chg="addSp delSp modSp add replId">
        <pc:chgData name="JIMENA NAYELI TUTILLO TUTILLO" userId="S::jntutillo@espe.edu.ec::f0c8bb3d-2d5e-46f8-8ecd-bb102e0a4caa" providerId="AD" clId="Web-{6627DEC4-4842-16F2-2A25-DAACAA1A8EC5}" dt="2025-03-01T00:11:36.165" v="523" actId="1076"/>
        <pc:sldMkLst>
          <pc:docMk/>
          <pc:sldMk cId="14725358" sldId="469"/>
        </pc:sldMkLst>
        <pc:spChg chg="mod">
          <ac:chgData name="JIMENA NAYELI TUTILLO TUTILLO" userId="S::jntutillo@espe.edu.ec::f0c8bb3d-2d5e-46f8-8ecd-bb102e0a4caa" providerId="AD" clId="Web-{6627DEC4-4842-16F2-2A25-DAACAA1A8EC5}" dt="2025-03-01T00:11:07.648" v="511" actId="14100"/>
          <ac:spMkLst>
            <pc:docMk/>
            <pc:sldMk cId="14725358" sldId="469"/>
            <ac:spMk id="3" creationId="{78835E11-AF5E-7D4A-72CD-AD7687670ADB}"/>
          </ac:spMkLst>
        </pc:spChg>
        <pc:picChg chg="del">
          <ac:chgData name="JIMENA NAYELI TUTILLO TUTILLO" userId="S::jntutillo@espe.edu.ec::f0c8bb3d-2d5e-46f8-8ecd-bb102e0a4caa" providerId="AD" clId="Web-{6627DEC4-4842-16F2-2A25-DAACAA1A8EC5}" dt="2025-03-01T00:10:59.945" v="507"/>
          <ac:picMkLst>
            <pc:docMk/>
            <pc:sldMk cId="14725358" sldId="469"/>
            <ac:picMk id="4" creationId="{606DDD3B-FFD0-A9E2-3D8A-758C156DD5FE}"/>
          </ac:picMkLst>
        </pc:picChg>
        <pc:picChg chg="add mod">
          <ac:chgData name="JIMENA NAYELI TUTILLO TUTILLO" userId="S::jntutillo@espe.edu.ec::f0c8bb3d-2d5e-46f8-8ecd-bb102e0a4caa" providerId="AD" clId="Web-{6627DEC4-4842-16F2-2A25-DAACAA1A8EC5}" dt="2025-03-01T00:11:36.165" v="523" actId="1076"/>
          <ac:picMkLst>
            <pc:docMk/>
            <pc:sldMk cId="14725358" sldId="469"/>
            <ac:picMk id="6" creationId="{07FB991F-52D0-42BC-9C64-53418879950E}"/>
          </ac:picMkLst>
        </pc:picChg>
        <pc:picChg chg="del">
          <ac:chgData name="JIMENA NAYELI TUTILLO TUTILLO" userId="S::jntutillo@espe.edu.ec::f0c8bb3d-2d5e-46f8-8ecd-bb102e0a4caa" providerId="AD" clId="Web-{6627DEC4-4842-16F2-2A25-DAACAA1A8EC5}" dt="2025-03-01T00:11:00.398" v="508"/>
          <ac:picMkLst>
            <pc:docMk/>
            <pc:sldMk cId="14725358" sldId="469"/>
            <ac:picMk id="7" creationId="{E167F7EF-FFB3-31F0-69C1-12EE3D72C627}"/>
          </ac:picMkLst>
        </pc:picChg>
      </pc:sldChg>
      <pc:sldChg chg="addSp delSp modSp add replId">
        <pc:chgData name="JIMENA NAYELI TUTILLO TUTILLO" userId="S::jntutillo@espe.edu.ec::f0c8bb3d-2d5e-46f8-8ecd-bb102e0a4caa" providerId="AD" clId="Web-{6627DEC4-4842-16F2-2A25-DAACAA1A8EC5}" dt="2025-03-01T00:10:43.679" v="503" actId="20577"/>
        <pc:sldMkLst>
          <pc:docMk/>
          <pc:sldMk cId="2696668467" sldId="470"/>
        </pc:sldMkLst>
        <pc:spChg chg="mod">
          <ac:chgData name="JIMENA NAYELI TUTILLO TUTILLO" userId="S::jntutillo@espe.edu.ec::f0c8bb3d-2d5e-46f8-8ecd-bb102e0a4caa" providerId="AD" clId="Web-{6627DEC4-4842-16F2-2A25-DAACAA1A8EC5}" dt="2025-03-01T00:10:43.679" v="503" actId="20577"/>
          <ac:spMkLst>
            <pc:docMk/>
            <pc:sldMk cId="2696668467" sldId="470"/>
            <ac:spMk id="3" creationId="{DB443E49-B182-1BA8-0A66-DE9AA0FD4B0E}"/>
          </ac:spMkLst>
        </pc:spChg>
        <pc:picChg chg="add mod">
          <ac:chgData name="JIMENA NAYELI TUTILLO TUTILLO" userId="S::jntutillo@espe.edu.ec::f0c8bb3d-2d5e-46f8-8ecd-bb102e0a4caa" providerId="AD" clId="Web-{6627DEC4-4842-16F2-2A25-DAACAA1A8EC5}" dt="2025-03-01T00:10:26.959" v="497" actId="1076"/>
          <ac:picMkLst>
            <pc:docMk/>
            <pc:sldMk cId="2696668467" sldId="470"/>
            <ac:picMk id="4" creationId="{E4DCF9A5-F7B0-25EE-E0C1-E8D2D38E5A89}"/>
          </ac:picMkLst>
        </pc:picChg>
        <pc:picChg chg="del">
          <ac:chgData name="JIMENA NAYELI TUTILLO TUTILLO" userId="S::jntutillo@espe.edu.ec::f0c8bb3d-2d5e-46f8-8ecd-bb102e0a4caa" providerId="AD" clId="Web-{6627DEC4-4842-16F2-2A25-DAACAA1A8EC5}" dt="2025-03-01T00:10:16.427" v="494"/>
          <ac:picMkLst>
            <pc:docMk/>
            <pc:sldMk cId="2696668467" sldId="470"/>
            <ac:picMk id="6" creationId="{37863E97-299B-947A-93CC-29551ED1840F}"/>
          </ac:picMkLst>
        </pc:picChg>
      </pc:sldChg>
      <pc:sldChg chg="addSp delSp modSp add replId">
        <pc:chgData name="JIMENA NAYELI TUTILLO TUTILLO" userId="S::jntutillo@espe.edu.ec::f0c8bb3d-2d5e-46f8-8ecd-bb102e0a4caa" providerId="AD" clId="Web-{6627DEC4-4842-16F2-2A25-DAACAA1A8EC5}" dt="2025-03-01T00:16:12.507" v="564" actId="1076"/>
        <pc:sldMkLst>
          <pc:docMk/>
          <pc:sldMk cId="1917879590" sldId="471"/>
        </pc:sldMkLst>
        <pc:spChg chg="mod">
          <ac:chgData name="JIMENA NAYELI TUTILLO TUTILLO" userId="S::jntutillo@espe.edu.ec::f0c8bb3d-2d5e-46f8-8ecd-bb102e0a4caa" providerId="AD" clId="Web-{6627DEC4-4842-16F2-2A25-DAACAA1A8EC5}" dt="2025-03-01T00:16:05.881" v="560" actId="1076"/>
          <ac:spMkLst>
            <pc:docMk/>
            <pc:sldMk cId="1917879590" sldId="471"/>
            <ac:spMk id="3" creationId="{03C8C46A-7952-3D1E-7DDA-65C438C0EEFF}"/>
          </ac:spMkLst>
        </pc:spChg>
        <pc:picChg chg="add mod">
          <ac:chgData name="JIMENA NAYELI TUTILLO TUTILLO" userId="S::jntutillo@espe.edu.ec::f0c8bb3d-2d5e-46f8-8ecd-bb102e0a4caa" providerId="AD" clId="Web-{6627DEC4-4842-16F2-2A25-DAACAA1A8EC5}" dt="2025-03-01T00:16:12.507" v="564" actId="1076"/>
          <ac:picMkLst>
            <pc:docMk/>
            <pc:sldMk cId="1917879590" sldId="471"/>
            <ac:picMk id="4" creationId="{B74079F2-7AC9-232F-9122-5D111C2ECAE6}"/>
          </ac:picMkLst>
        </pc:picChg>
        <pc:picChg chg="del">
          <ac:chgData name="JIMENA NAYELI TUTILLO TUTILLO" userId="S::jntutillo@espe.edu.ec::f0c8bb3d-2d5e-46f8-8ecd-bb102e0a4caa" providerId="AD" clId="Web-{6627DEC4-4842-16F2-2A25-DAACAA1A8EC5}" dt="2025-03-01T00:16:06.991" v="561"/>
          <ac:picMkLst>
            <pc:docMk/>
            <pc:sldMk cId="1917879590" sldId="471"/>
            <ac:picMk id="6" creationId="{01200E05-00F6-7CF9-B1E0-A171D8561EBF}"/>
          </ac:picMkLst>
        </pc:picChg>
        <pc:picChg chg="del">
          <ac:chgData name="JIMENA NAYELI TUTILLO TUTILLO" userId="S::jntutillo@espe.edu.ec::f0c8bb3d-2d5e-46f8-8ecd-bb102e0a4caa" providerId="AD" clId="Web-{6627DEC4-4842-16F2-2A25-DAACAA1A8EC5}" dt="2025-03-01T00:16:07.616" v="562"/>
          <ac:picMkLst>
            <pc:docMk/>
            <pc:sldMk cId="1917879590" sldId="471"/>
            <ac:picMk id="8" creationId="{2DAFEEA0-747B-177D-070E-818661B185F6}"/>
          </ac:picMkLst>
        </pc:picChg>
      </pc:sldChg>
      <pc:sldChg chg="add replId">
        <pc:chgData name="JIMENA NAYELI TUTILLO TUTILLO" userId="S::jntutillo@espe.edu.ec::f0c8bb3d-2d5e-46f8-8ecd-bb102e0a4caa" providerId="AD" clId="Web-{6627DEC4-4842-16F2-2A25-DAACAA1A8EC5}" dt="2025-03-01T00:17:43.636" v="588"/>
        <pc:sldMkLst>
          <pc:docMk/>
          <pc:sldMk cId="2547435250" sldId="472"/>
        </pc:sldMkLst>
      </pc:sldChg>
      <pc:sldChg chg="addSp delSp modSp add replId">
        <pc:chgData name="JIMENA NAYELI TUTILLO TUTILLO" userId="S::jntutillo@espe.edu.ec::f0c8bb3d-2d5e-46f8-8ecd-bb102e0a4caa" providerId="AD" clId="Web-{6627DEC4-4842-16F2-2A25-DAACAA1A8EC5}" dt="2025-03-01T00:18:46.029" v="606" actId="20577"/>
        <pc:sldMkLst>
          <pc:docMk/>
          <pc:sldMk cId="583295249" sldId="473"/>
        </pc:sldMkLst>
        <pc:spChg chg="mod">
          <ac:chgData name="JIMENA NAYELI TUTILLO TUTILLO" userId="S::jntutillo@espe.edu.ec::f0c8bb3d-2d5e-46f8-8ecd-bb102e0a4caa" providerId="AD" clId="Web-{6627DEC4-4842-16F2-2A25-DAACAA1A8EC5}" dt="2025-03-01T00:18:46.029" v="606" actId="20577"/>
          <ac:spMkLst>
            <pc:docMk/>
            <pc:sldMk cId="583295249" sldId="473"/>
            <ac:spMk id="3" creationId="{E2C9B799-7E98-EC55-6FF4-29CB6682ACB3}"/>
          </ac:spMkLst>
        </pc:spChg>
        <pc:picChg chg="del">
          <ac:chgData name="JIMENA NAYELI TUTILLO TUTILLO" userId="S::jntutillo@espe.edu.ec::f0c8bb3d-2d5e-46f8-8ecd-bb102e0a4caa" providerId="AD" clId="Web-{6627DEC4-4842-16F2-2A25-DAACAA1A8EC5}" dt="2025-03-01T00:18:33.388" v="602"/>
          <ac:picMkLst>
            <pc:docMk/>
            <pc:sldMk cId="583295249" sldId="473"/>
            <ac:picMk id="4" creationId="{8257D286-28C6-7B0C-2CEB-1CB6EE0AF60E}"/>
          </ac:picMkLst>
        </pc:picChg>
        <pc:picChg chg="add mod">
          <ac:chgData name="JIMENA NAYELI TUTILLO TUTILLO" userId="S::jntutillo@espe.edu.ec::f0c8bb3d-2d5e-46f8-8ecd-bb102e0a4caa" providerId="AD" clId="Web-{6627DEC4-4842-16F2-2A25-DAACAA1A8EC5}" dt="2025-03-01T00:18:41.060" v="605" actId="1076"/>
          <ac:picMkLst>
            <pc:docMk/>
            <pc:sldMk cId="583295249" sldId="473"/>
            <ac:picMk id="6" creationId="{4164749F-A7F8-F090-D059-5966B5B3B12B}"/>
          </ac:picMkLst>
        </pc:picChg>
      </pc:sldChg>
      <pc:sldChg chg="addSp delSp modSp add replId">
        <pc:chgData name="JIMENA NAYELI TUTILLO TUTILLO" userId="S::jntutillo@espe.edu.ec::f0c8bb3d-2d5e-46f8-8ecd-bb102e0a4caa" providerId="AD" clId="Web-{6627DEC4-4842-16F2-2A25-DAACAA1A8EC5}" dt="2025-03-01T00:18:15.169" v="599" actId="1076"/>
        <pc:sldMkLst>
          <pc:docMk/>
          <pc:sldMk cId="2388076362" sldId="474"/>
        </pc:sldMkLst>
        <pc:spChg chg="mod">
          <ac:chgData name="JIMENA NAYELI TUTILLO TUTILLO" userId="S::jntutillo@espe.edu.ec::f0c8bb3d-2d5e-46f8-8ecd-bb102e0a4caa" providerId="AD" clId="Web-{6627DEC4-4842-16F2-2A25-DAACAA1A8EC5}" dt="2025-03-01T00:18:06.590" v="596" actId="14100"/>
          <ac:spMkLst>
            <pc:docMk/>
            <pc:sldMk cId="2388076362" sldId="474"/>
            <ac:spMk id="3" creationId="{2D7C54AD-7E74-1756-85F7-37638D7BF5AE}"/>
          </ac:spMkLst>
        </pc:spChg>
        <pc:picChg chg="add mod">
          <ac:chgData name="JIMENA NAYELI TUTILLO TUTILLO" userId="S::jntutillo@espe.edu.ec::f0c8bb3d-2d5e-46f8-8ecd-bb102e0a4caa" providerId="AD" clId="Web-{6627DEC4-4842-16F2-2A25-DAACAA1A8EC5}" dt="2025-03-01T00:18:15.169" v="599" actId="1076"/>
          <ac:picMkLst>
            <pc:docMk/>
            <pc:sldMk cId="2388076362" sldId="474"/>
            <ac:picMk id="4" creationId="{7B368EC7-D5C2-FA50-B76E-925BB893D8A0}"/>
          </ac:picMkLst>
        </pc:picChg>
        <pc:picChg chg="del">
          <ac:chgData name="JIMENA NAYELI TUTILLO TUTILLO" userId="S::jntutillo@espe.edu.ec::f0c8bb3d-2d5e-46f8-8ecd-bb102e0a4caa" providerId="AD" clId="Web-{6627DEC4-4842-16F2-2A25-DAACAA1A8EC5}" dt="2025-03-01T00:17:46.730" v="591"/>
          <ac:picMkLst>
            <pc:docMk/>
            <pc:sldMk cId="2388076362" sldId="474"/>
            <ac:picMk id="6" creationId="{CC257A79-3E77-3564-486A-424C02D3B75F}"/>
          </ac:picMkLst>
        </pc:picChg>
        <pc:picChg chg="del">
          <ac:chgData name="JIMENA NAYELI TUTILLO TUTILLO" userId="S::jntutillo@espe.edu.ec::f0c8bb3d-2d5e-46f8-8ecd-bb102e0a4caa" providerId="AD" clId="Web-{6627DEC4-4842-16F2-2A25-DAACAA1A8EC5}" dt="2025-03-01T00:17:47.699" v="592"/>
          <ac:picMkLst>
            <pc:docMk/>
            <pc:sldMk cId="2388076362" sldId="474"/>
            <ac:picMk id="8" creationId="{C361892C-E7E2-33F1-CBDE-E43A73815312}"/>
          </ac:picMkLst>
        </pc:picChg>
      </pc:sldChg>
      <pc:sldChg chg="addSp delSp modSp add replId">
        <pc:chgData name="JIMENA NAYELI TUTILLO TUTILLO" userId="S::jntutillo@espe.edu.ec::f0c8bb3d-2d5e-46f8-8ecd-bb102e0a4caa" providerId="AD" clId="Web-{6627DEC4-4842-16F2-2A25-DAACAA1A8EC5}" dt="2025-03-01T00:19:52.251" v="623" actId="1076"/>
        <pc:sldMkLst>
          <pc:docMk/>
          <pc:sldMk cId="2132748819" sldId="475"/>
        </pc:sldMkLst>
        <pc:spChg chg="mod">
          <ac:chgData name="JIMENA NAYELI TUTILLO TUTILLO" userId="S::jntutillo@espe.edu.ec::f0c8bb3d-2d5e-46f8-8ecd-bb102e0a4caa" providerId="AD" clId="Web-{6627DEC4-4842-16F2-2A25-DAACAA1A8EC5}" dt="2025-03-01T00:19:41.407" v="618" actId="1076"/>
          <ac:spMkLst>
            <pc:docMk/>
            <pc:sldMk cId="2132748819" sldId="475"/>
            <ac:spMk id="3" creationId="{0535A721-BEEE-54DB-0AB2-D650E227CAEC}"/>
          </ac:spMkLst>
        </pc:spChg>
        <pc:picChg chg="del">
          <ac:chgData name="JIMENA NAYELI TUTILLO TUTILLO" userId="S::jntutillo@espe.edu.ec::f0c8bb3d-2d5e-46f8-8ecd-bb102e0a4caa" providerId="AD" clId="Web-{6627DEC4-4842-16F2-2A25-DAACAA1A8EC5}" dt="2025-03-01T00:19:42.610" v="619"/>
          <ac:picMkLst>
            <pc:docMk/>
            <pc:sldMk cId="2132748819" sldId="475"/>
            <ac:picMk id="4" creationId="{C82ED528-ECED-F474-6AA5-93EE24700E63}"/>
          </ac:picMkLst>
        </pc:picChg>
        <pc:picChg chg="add mod">
          <ac:chgData name="JIMENA NAYELI TUTILLO TUTILLO" userId="S::jntutillo@espe.edu.ec::f0c8bb3d-2d5e-46f8-8ecd-bb102e0a4caa" providerId="AD" clId="Web-{6627DEC4-4842-16F2-2A25-DAACAA1A8EC5}" dt="2025-03-01T00:19:52.251" v="623" actId="1076"/>
          <ac:picMkLst>
            <pc:docMk/>
            <pc:sldMk cId="2132748819" sldId="475"/>
            <ac:picMk id="6" creationId="{AB2B57D4-7923-C9C9-C4A9-899E70847FED}"/>
          </ac:picMkLst>
        </pc:picChg>
      </pc:sldChg>
      <pc:sldChg chg="addSp delSp modSp add replId">
        <pc:chgData name="JIMENA NAYELI TUTILLO TUTILLO" userId="S::jntutillo@espe.edu.ec::f0c8bb3d-2d5e-46f8-8ecd-bb102e0a4caa" providerId="AD" clId="Web-{6627DEC4-4842-16F2-2A25-DAACAA1A8EC5}" dt="2025-03-01T00:19:25.250" v="615" actId="1076"/>
        <pc:sldMkLst>
          <pc:docMk/>
          <pc:sldMk cId="3715618659" sldId="476"/>
        </pc:sldMkLst>
        <pc:spChg chg="mod">
          <ac:chgData name="JIMENA NAYELI TUTILLO TUTILLO" userId="S::jntutillo@espe.edu.ec::f0c8bb3d-2d5e-46f8-8ecd-bb102e0a4caa" providerId="AD" clId="Web-{6627DEC4-4842-16F2-2A25-DAACAA1A8EC5}" dt="2025-03-01T00:19:12.890" v="611" actId="20577"/>
          <ac:spMkLst>
            <pc:docMk/>
            <pc:sldMk cId="3715618659" sldId="476"/>
            <ac:spMk id="3" creationId="{5528A06D-BB45-7461-72FA-89B9AFBC1F31}"/>
          </ac:spMkLst>
        </pc:spChg>
        <pc:picChg chg="add mod">
          <ac:chgData name="JIMENA NAYELI TUTILLO TUTILLO" userId="S::jntutillo@espe.edu.ec::f0c8bb3d-2d5e-46f8-8ecd-bb102e0a4caa" providerId="AD" clId="Web-{6627DEC4-4842-16F2-2A25-DAACAA1A8EC5}" dt="2025-03-01T00:19:16.156" v="613" actId="1076"/>
          <ac:picMkLst>
            <pc:docMk/>
            <pc:sldMk cId="3715618659" sldId="476"/>
            <ac:picMk id="4" creationId="{D016DCC7-EBF9-38C7-30E0-CF1A5EDAC753}"/>
          </ac:picMkLst>
        </pc:picChg>
        <pc:picChg chg="del">
          <ac:chgData name="JIMENA NAYELI TUTILLO TUTILLO" userId="S::jntutillo@espe.edu.ec::f0c8bb3d-2d5e-46f8-8ecd-bb102e0a4caa" providerId="AD" clId="Web-{6627DEC4-4842-16F2-2A25-DAACAA1A8EC5}" dt="2025-03-01T00:19:04.702" v="609"/>
          <ac:picMkLst>
            <pc:docMk/>
            <pc:sldMk cId="3715618659" sldId="476"/>
            <ac:picMk id="6" creationId="{E99F64F1-F33A-1CF6-C967-0140FE234ECE}"/>
          </ac:picMkLst>
        </pc:picChg>
        <pc:picChg chg="add mod">
          <ac:chgData name="JIMENA NAYELI TUTILLO TUTILLO" userId="S::jntutillo@espe.edu.ec::f0c8bb3d-2d5e-46f8-8ecd-bb102e0a4caa" providerId="AD" clId="Web-{6627DEC4-4842-16F2-2A25-DAACAA1A8EC5}" dt="2025-03-01T00:19:25.250" v="615" actId="1076"/>
          <ac:picMkLst>
            <pc:docMk/>
            <pc:sldMk cId="3715618659" sldId="476"/>
            <ac:picMk id="7" creationId="{4CC22F38-4F89-CD39-6ADB-6532AB5E1601}"/>
          </ac:picMkLst>
        </pc:picChg>
      </pc:sldChg>
      <pc:sldChg chg="modSp add replId">
        <pc:chgData name="JIMENA NAYELI TUTILLO TUTILLO" userId="S::jntutillo@espe.edu.ec::f0c8bb3d-2d5e-46f8-8ecd-bb102e0a4caa" providerId="AD" clId="Web-{6627DEC4-4842-16F2-2A25-DAACAA1A8EC5}" dt="2025-03-01T00:23:53.670" v="678" actId="20577"/>
        <pc:sldMkLst>
          <pc:docMk/>
          <pc:sldMk cId="3913617913" sldId="477"/>
        </pc:sldMkLst>
        <pc:spChg chg="mod">
          <ac:chgData name="JIMENA NAYELI TUTILLO TUTILLO" userId="S::jntutillo@espe.edu.ec::f0c8bb3d-2d5e-46f8-8ecd-bb102e0a4caa" providerId="AD" clId="Web-{6627DEC4-4842-16F2-2A25-DAACAA1A8EC5}" dt="2025-03-01T00:21:54.148" v="656" actId="20577"/>
          <ac:spMkLst>
            <pc:docMk/>
            <pc:sldMk cId="3913617913" sldId="477"/>
            <ac:spMk id="2" creationId="{2C8F2FA0-8EC2-1596-80A6-E547A869EC9E}"/>
          </ac:spMkLst>
        </pc:spChg>
        <pc:spChg chg="mod">
          <ac:chgData name="JIMENA NAYELI TUTILLO TUTILLO" userId="S::jntutillo@espe.edu.ec::f0c8bb3d-2d5e-46f8-8ecd-bb102e0a4caa" providerId="AD" clId="Web-{6627DEC4-4842-16F2-2A25-DAACAA1A8EC5}" dt="2025-03-01T00:23:23.012" v="673" actId="20577"/>
          <ac:spMkLst>
            <pc:docMk/>
            <pc:sldMk cId="3913617913" sldId="477"/>
            <ac:spMk id="3" creationId="{2618FD8C-F602-FC41-7A96-E2F19C0B86A4}"/>
          </ac:spMkLst>
        </pc:spChg>
        <pc:spChg chg="mod">
          <ac:chgData name="JIMENA NAYELI TUTILLO TUTILLO" userId="S::jntutillo@espe.edu.ec::f0c8bb3d-2d5e-46f8-8ecd-bb102e0a4caa" providerId="AD" clId="Web-{6627DEC4-4842-16F2-2A25-DAACAA1A8EC5}" dt="2025-03-01T00:23:53.670" v="678" actId="20577"/>
          <ac:spMkLst>
            <pc:docMk/>
            <pc:sldMk cId="3913617913" sldId="477"/>
            <ac:spMk id="5" creationId="{6CC030C4-D098-91EE-8BB6-C3CB47B74941}"/>
          </ac:spMkLst>
        </pc:spChg>
      </pc:sldChg>
    </pc:docChg>
  </pc:docChgLst>
  <pc:docChgLst>
    <pc:chgData name="ERICK DAMIAN CRIOLLO O�A" userId="S::edcriollo1@espe.edu.ec::6dcbe2a5-cfdc-4b63-9481-50760e65cace" providerId="AD" clId="Web-{452B7995-A678-B11C-AB4E-DBD143904AF7}"/>
    <pc:docChg chg="addSld delSld modSld">
      <pc:chgData name="ERICK DAMIAN CRIOLLO O�A" userId="S::edcriollo1@espe.edu.ec::6dcbe2a5-cfdc-4b63-9481-50760e65cace" providerId="AD" clId="Web-{452B7995-A678-B11C-AB4E-DBD143904AF7}" dt="2025-02-12T13:36:05.893" v="911" actId="1076"/>
      <pc:docMkLst>
        <pc:docMk/>
      </pc:docMkLst>
      <pc:sldChg chg="modSp">
        <pc:chgData name="ERICK DAMIAN CRIOLLO O�A" userId="S::edcriollo1@espe.edu.ec::6dcbe2a5-cfdc-4b63-9481-50760e65cace" providerId="AD" clId="Web-{452B7995-A678-B11C-AB4E-DBD143904AF7}" dt="2025-02-12T12:56:17.587" v="143" actId="20577"/>
        <pc:sldMkLst>
          <pc:docMk/>
          <pc:sldMk cId="749377129" sldId="259"/>
        </pc:sldMkLst>
        <pc:spChg chg="mod">
          <ac:chgData name="ERICK DAMIAN CRIOLLO O�A" userId="S::edcriollo1@espe.edu.ec::6dcbe2a5-cfdc-4b63-9481-50760e65cace" providerId="AD" clId="Web-{452B7995-A678-B11C-AB4E-DBD143904AF7}" dt="2025-02-12T12:56:17.587" v="143" actId="20577"/>
          <ac:spMkLst>
            <pc:docMk/>
            <pc:sldMk cId="749377129" sldId="259"/>
            <ac:spMk id="3" creationId="{E7FCC8BE-29CF-4C4C-BE9D-AC08DC5E481A}"/>
          </ac:spMkLst>
        </pc:spChg>
      </pc:sldChg>
      <pc:sldChg chg="modSp">
        <pc:chgData name="ERICK DAMIAN CRIOLLO O�A" userId="S::edcriollo1@espe.edu.ec::6dcbe2a5-cfdc-4b63-9481-50760e65cace" providerId="AD" clId="Web-{452B7995-A678-B11C-AB4E-DBD143904AF7}" dt="2025-02-12T12:58:14.950" v="219" actId="20577"/>
        <pc:sldMkLst>
          <pc:docMk/>
          <pc:sldMk cId="3141142147" sldId="261"/>
        </pc:sldMkLst>
        <pc:spChg chg="mod">
          <ac:chgData name="ERICK DAMIAN CRIOLLO O�A" userId="S::edcriollo1@espe.edu.ec::6dcbe2a5-cfdc-4b63-9481-50760e65cace" providerId="AD" clId="Web-{452B7995-A678-B11C-AB4E-DBD143904AF7}" dt="2025-02-12T12:49:17.168" v="7" actId="20577"/>
          <ac:spMkLst>
            <pc:docMk/>
            <pc:sldMk cId="3141142147" sldId="261"/>
            <ac:spMk id="3" creationId="{93B8F572-C439-414C-90FA-BE3C081E9B98}"/>
          </ac:spMkLst>
        </pc:spChg>
        <pc:spChg chg="mod">
          <ac:chgData name="ERICK DAMIAN CRIOLLO O�A" userId="S::edcriollo1@espe.edu.ec::6dcbe2a5-cfdc-4b63-9481-50760e65cace" providerId="AD" clId="Web-{452B7995-A678-B11C-AB4E-DBD143904AF7}" dt="2025-02-12T12:58:14.950" v="219" actId="20577"/>
          <ac:spMkLst>
            <pc:docMk/>
            <pc:sldMk cId="3141142147" sldId="261"/>
            <ac:spMk id="5" creationId="{EFCE21EE-10DC-4503-9FD7-8D2960C780CB}"/>
          </ac:spMkLst>
        </pc:spChg>
      </pc:sldChg>
      <pc:sldChg chg="modSp">
        <pc:chgData name="ERICK DAMIAN CRIOLLO O�A" userId="S::edcriollo1@espe.edu.ec::6dcbe2a5-cfdc-4b63-9481-50760e65cace" providerId="AD" clId="Web-{452B7995-A678-B11C-AB4E-DBD143904AF7}" dt="2025-02-12T13:19:08.894" v="669" actId="20577"/>
        <pc:sldMkLst>
          <pc:docMk/>
          <pc:sldMk cId="865893597" sldId="325"/>
        </pc:sldMkLst>
        <pc:spChg chg="mod">
          <ac:chgData name="ERICK DAMIAN CRIOLLO O�A" userId="S::edcriollo1@espe.edu.ec::6dcbe2a5-cfdc-4b63-9481-50760e65cace" providerId="AD" clId="Web-{452B7995-A678-B11C-AB4E-DBD143904AF7}" dt="2025-02-12T13:19:08.894" v="669" actId="20577"/>
          <ac:spMkLst>
            <pc:docMk/>
            <pc:sldMk cId="865893597" sldId="325"/>
            <ac:spMk id="5" creationId="{EFCE21EE-10DC-4503-9FD7-8D2960C780CB}"/>
          </ac:spMkLst>
        </pc:spChg>
      </pc:sldChg>
      <pc:sldChg chg="modSp">
        <pc:chgData name="ERICK DAMIAN CRIOLLO O�A" userId="S::edcriollo1@espe.edu.ec::6dcbe2a5-cfdc-4b63-9481-50760e65cace" providerId="AD" clId="Web-{452B7995-A678-B11C-AB4E-DBD143904AF7}" dt="2025-02-12T13:18:50.268" v="657" actId="20577"/>
        <pc:sldMkLst>
          <pc:docMk/>
          <pc:sldMk cId="2372064775" sldId="326"/>
        </pc:sldMkLst>
        <pc:spChg chg="mod">
          <ac:chgData name="ERICK DAMIAN CRIOLLO O�A" userId="S::edcriollo1@espe.edu.ec::6dcbe2a5-cfdc-4b63-9481-50760e65cace" providerId="AD" clId="Web-{452B7995-A678-B11C-AB4E-DBD143904AF7}" dt="2025-02-12T13:18:50.268" v="657" actId="20577"/>
          <ac:spMkLst>
            <pc:docMk/>
            <pc:sldMk cId="2372064775" sldId="326"/>
            <ac:spMk id="5" creationId="{EFCE21EE-10DC-4503-9FD7-8D2960C780CB}"/>
          </ac:spMkLst>
        </pc:spChg>
      </pc:sldChg>
      <pc:sldChg chg="modSp">
        <pc:chgData name="ERICK DAMIAN CRIOLLO O�A" userId="S::edcriollo1@espe.edu.ec::6dcbe2a5-cfdc-4b63-9481-50760e65cace" providerId="AD" clId="Web-{452B7995-A678-B11C-AB4E-DBD143904AF7}" dt="2025-02-12T13:18:41.315" v="643" actId="20577"/>
        <pc:sldMkLst>
          <pc:docMk/>
          <pc:sldMk cId="1570658669" sldId="327"/>
        </pc:sldMkLst>
        <pc:spChg chg="mod">
          <ac:chgData name="ERICK DAMIAN CRIOLLO O�A" userId="S::edcriollo1@espe.edu.ec::6dcbe2a5-cfdc-4b63-9481-50760e65cace" providerId="AD" clId="Web-{452B7995-A678-B11C-AB4E-DBD143904AF7}" dt="2025-02-12T13:18:41.315" v="643" actId="20577"/>
          <ac:spMkLst>
            <pc:docMk/>
            <pc:sldMk cId="1570658669" sldId="327"/>
            <ac:spMk id="5" creationId="{EFCE21EE-10DC-4503-9FD7-8D2960C780CB}"/>
          </ac:spMkLst>
        </pc:spChg>
      </pc:sldChg>
      <pc:sldChg chg="modSp">
        <pc:chgData name="ERICK DAMIAN CRIOLLO O�A" userId="S::edcriollo1@espe.edu.ec::6dcbe2a5-cfdc-4b63-9481-50760e65cace" providerId="AD" clId="Web-{452B7995-A678-B11C-AB4E-DBD143904AF7}" dt="2025-02-12T13:18:22.923" v="631" actId="20577"/>
        <pc:sldMkLst>
          <pc:docMk/>
          <pc:sldMk cId="97457025" sldId="328"/>
        </pc:sldMkLst>
        <pc:spChg chg="mod">
          <ac:chgData name="ERICK DAMIAN CRIOLLO O�A" userId="S::edcriollo1@espe.edu.ec::6dcbe2a5-cfdc-4b63-9481-50760e65cace" providerId="AD" clId="Web-{452B7995-A678-B11C-AB4E-DBD143904AF7}" dt="2025-02-12T13:18:22.923" v="631" actId="20577"/>
          <ac:spMkLst>
            <pc:docMk/>
            <pc:sldMk cId="97457025" sldId="328"/>
            <ac:spMk id="5" creationId="{EFCE21EE-10DC-4503-9FD7-8D2960C780CB}"/>
          </ac:spMkLst>
        </pc:spChg>
      </pc:sldChg>
      <pc:sldChg chg="modSp">
        <pc:chgData name="ERICK DAMIAN CRIOLLO O�A" userId="S::edcriollo1@espe.edu.ec::6dcbe2a5-cfdc-4b63-9481-50760e65cace" providerId="AD" clId="Web-{452B7995-A678-B11C-AB4E-DBD143904AF7}" dt="2025-02-12T13:19:30.660" v="685" actId="20577"/>
        <pc:sldMkLst>
          <pc:docMk/>
          <pc:sldMk cId="2559156449" sldId="329"/>
        </pc:sldMkLst>
        <pc:spChg chg="mod">
          <ac:chgData name="ERICK DAMIAN CRIOLLO O�A" userId="S::edcriollo1@espe.edu.ec::6dcbe2a5-cfdc-4b63-9481-50760e65cace" providerId="AD" clId="Web-{452B7995-A678-B11C-AB4E-DBD143904AF7}" dt="2025-02-12T13:19:30.660" v="685" actId="20577"/>
          <ac:spMkLst>
            <pc:docMk/>
            <pc:sldMk cId="2559156449" sldId="329"/>
            <ac:spMk id="5" creationId="{EFCE21EE-10DC-4503-9FD7-8D2960C780CB}"/>
          </ac:spMkLst>
        </pc:spChg>
      </pc:sldChg>
      <pc:sldChg chg="addSp delSp modSp">
        <pc:chgData name="ERICK DAMIAN CRIOLLO O�A" userId="S::edcriollo1@espe.edu.ec::6dcbe2a5-cfdc-4b63-9481-50760e65cace" providerId="AD" clId="Web-{452B7995-A678-B11C-AB4E-DBD143904AF7}" dt="2025-02-12T13:19:46.254" v="709" actId="20577"/>
        <pc:sldMkLst>
          <pc:docMk/>
          <pc:sldMk cId="3663893953" sldId="331"/>
        </pc:sldMkLst>
        <pc:spChg chg="mod">
          <ac:chgData name="ERICK DAMIAN CRIOLLO O�A" userId="S::edcriollo1@espe.edu.ec::6dcbe2a5-cfdc-4b63-9481-50760e65cace" providerId="AD" clId="Web-{452B7995-A678-B11C-AB4E-DBD143904AF7}" dt="2025-02-12T13:03:15.146" v="256" actId="20577"/>
          <ac:spMkLst>
            <pc:docMk/>
            <pc:sldMk cId="3663893953" sldId="331"/>
            <ac:spMk id="3" creationId="{93B8F572-C439-414C-90FA-BE3C081E9B98}"/>
          </ac:spMkLst>
        </pc:spChg>
        <pc:spChg chg="mod">
          <ac:chgData name="ERICK DAMIAN CRIOLLO O�A" userId="S::edcriollo1@espe.edu.ec::6dcbe2a5-cfdc-4b63-9481-50760e65cace" providerId="AD" clId="Web-{452B7995-A678-B11C-AB4E-DBD143904AF7}" dt="2025-02-12T13:19:46.254" v="709" actId="20577"/>
          <ac:spMkLst>
            <pc:docMk/>
            <pc:sldMk cId="3663893953" sldId="331"/>
            <ac:spMk id="5" creationId="{EFCE21EE-10DC-4503-9FD7-8D2960C780CB}"/>
          </ac:spMkLst>
        </pc:spChg>
        <pc:picChg chg="add mod modCrop">
          <ac:chgData name="ERICK DAMIAN CRIOLLO O�A" userId="S::edcriollo1@espe.edu.ec::6dcbe2a5-cfdc-4b63-9481-50760e65cace" providerId="AD" clId="Web-{452B7995-A678-B11C-AB4E-DBD143904AF7}" dt="2025-02-12T13:03:27.053" v="262" actId="1076"/>
          <ac:picMkLst>
            <pc:docMk/>
            <pc:sldMk cId="3663893953" sldId="331"/>
            <ac:picMk id="6" creationId="{A54E8A07-566A-8BAF-680A-E05E12A0A3AB}"/>
          </ac:picMkLst>
        </pc:picChg>
        <pc:picChg chg="del mod">
          <ac:chgData name="ERICK DAMIAN CRIOLLO O�A" userId="S::edcriollo1@espe.edu.ec::6dcbe2a5-cfdc-4b63-9481-50760e65cace" providerId="AD" clId="Web-{452B7995-A678-B11C-AB4E-DBD143904AF7}" dt="2025-02-12T13:03:16.146" v="257"/>
          <ac:picMkLst>
            <pc:docMk/>
            <pc:sldMk cId="3663893953" sldId="331"/>
            <ac:picMk id="8" creationId="{0C041FD7-A51F-44CC-383E-40271DCB751E}"/>
          </ac:picMkLst>
        </pc:picChg>
      </pc:sldChg>
      <pc:sldChg chg="modSp">
        <pc:chgData name="ERICK DAMIAN CRIOLLO O�A" userId="S::edcriollo1@espe.edu.ec::6dcbe2a5-cfdc-4b63-9481-50760e65cace" providerId="AD" clId="Web-{452B7995-A678-B11C-AB4E-DBD143904AF7}" dt="2025-02-12T13:19:53.457" v="711" actId="20577"/>
        <pc:sldMkLst>
          <pc:docMk/>
          <pc:sldMk cId="4261152526" sldId="332"/>
        </pc:sldMkLst>
        <pc:spChg chg="mod">
          <ac:chgData name="ERICK DAMIAN CRIOLLO O�A" userId="S::edcriollo1@espe.edu.ec::6dcbe2a5-cfdc-4b63-9481-50760e65cace" providerId="AD" clId="Web-{452B7995-A678-B11C-AB4E-DBD143904AF7}" dt="2025-02-12T13:19:53.457" v="711" actId="20577"/>
          <ac:spMkLst>
            <pc:docMk/>
            <pc:sldMk cId="4261152526" sldId="332"/>
            <ac:spMk id="5" creationId="{EFCE21EE-10DC-4503-9FD7-8D2960C780CB}"/>
          </ac:spMkLst>
        </pc:spChg>
      </pc:sldChg>
      <pc:sldChg chg="modSp">
        <pc:chgData name="ERICK DAMIAN CRIOLLO O�A" userId="S::edcriollo1@espe.edu.ec::6dcbe2a5-cfdc-4b63-9481-50760e65cace" providerId="AD" clId="Web-{452B7995-A678-B11C-AB4E-DBD143904AF7}" dt="2025-02-12T13:19:58.629" v="713" actId="20577"/>
        <pc:sldMkLst>
          <pc:docMk/>
          <pc:sldMk cId="2065198200" sldId="333"/>
        </pc:sldMkLst>
        <pc:spChg chg="mod">
          <ac:chgData name="ERICK DAMIAN CRIOLLO O�A" userId="S::edcriollo1@espe.edu.ec::6dcbe2a5-cfdc-4b63-9481-50760e65cace" providerId="AD" clId="Web-{452B7995-A678-B11C-AB4E-DBD143904AF7}" dt="2025-02-12T13:19:58.629" v="713" actId="20577"/>
          <ac:spMkLst>
            <pc:docMk/>
            <pc:sldMk cId="2065198200" sldId="333"/>
            <ac:spMk id="5" creationId="{EFCE21EE-10DC-4503-9FD7-8D2960C780CB}"/>
          </ac:spMkLst>
        </pc:spChg>
      </pc:sldChg>
      <pc:sldChg chg="addSp delSp modSp">
        <pc:chgData name="ERICK DAMIAN CRIOLLO O�A" userId="S::edcriollo1@espe.edu.ec::6dcbe2a5-cfdc-4b63-9481-50760e65cace" providerId="AD" clId="Web-{452B7995-A678-B11C-AB4E-DBD143904AF7}" dt="2025-02-12T13:20:05.427" v="715" actId="20577"/>
        <pc:sldMkLst>
          <pc:docMk/>
          <pc:sldMk cId="2070467638" sldId="334"/>
        </pc:sldMkLst>
        <pc:spChg chg="mod">
          <ac:chgData name="ERICK DAMIAN CRIOLLO O�A" userId="S::edcriollo1@espe.edu.ec::6dcbe2a5-cfdc-4b63-9481-50760e65cace" providerId="AD" clId="Web-{452B7995-A678-B11C-AB4E-DBD143904AF7}" dt="2025-02-12T13:20:05.427" v="715" actId="20577"/>
          <ac:spMkLst>
            <pc:docMk/>
            <pc:sldMk cId="2070467638" sldId="334"/>
            <ac:spMk id="5" creationId="{EFCE21EE-10DC-4503-9FD7-8D2960C780CB}"/>
          </ac:spMkLst>
        </pc:spChg>
        <pc:picChg chg="add mod">
          <ac:chgData name="ERICK DAMIAN CRIOLLO O�A" userId="S::edcriollo1@espe.edu.ec::6dcbe2a5-cfdc-4b63-9481-50760e65cace" providerId="AD" clId="Web-{452B7995-A678-B11C-AB4E-DBD143904AF7}" dt="2025-02-12T13:03:47.178" v="265" actId="1076"/>
          <ac:picMkLst>
            <pc:docMk/>
            <pc:sldMk cId="2070467638" sldId="334"/>
            <ac:picMk id="4" creationId="{DC75929D-991C-79ED-DA3E-33C7C6B656AD}"/>
          </ac:picMkLst>
        </pc:picChg>
        <pc:picChg chg="del">
          <ac:chgData name="ERICK DAMIAN CRIOLLO O�A" userId="S::edcriollo1@espe.edu.ec::6dcbe2a5-cfdc-4b63-9481-50760e65cace" providerId="AD" clId="Web-{452B7995-A678-B11C-AB4E-DBD143904AF7}" dt="2025-02-12T13:03:45.256" v="263"/>
          <ac:picMkLst>
            <pc:docMk/>
            <pc:sldMk cId="2070467638" sldId="334"/>
            <ac:picMk id="6" creationId="{47472B1E-BE5A-E7F9-C7D8-53D35ED6D213}"/>
          </ac:picMkLst>
        </pc:picChg>
      </pc:sldChg>
      <pc:sldChg chg="addSp delSp modSp">
        <pc:chgData name="ERICK DAMIAN CRIOLLO O�A" userId="S::edcriollo1@espe.edu.ec::6dcbe2a5-cfdc-4b63-9481-50760e65cace" providerId="AD" clId="Web-{452B7995-A678-B11C-AB4E-DBD143904AF7}" dt="2025-02-12T13:20:10.286" v="717" actId="20577"/>
        <pc:sldMkLst>
          <pc:docMk/>
          <pc:sldMk cId="2326254396" sldId="344"/>
        </pc:sldMkLst>
        <pc:spChg chg="mod">
          <ac:chgData name="ERICK DAMIAN CRIOLLO O�A" userId="S::edcriollo1@espe.edu.ec::6dcbe2a5-cfdc-4b63-9481-50760e65cace" providerId="AD" clId="Web-{452B7995-A678-B11C-AB4E-DBD143904AF7}" dt="2025-02-12T13:20:10.286" v="717" actId="20577"/>
          <ac:spMkLst>
            <pc:docMk/>
            <pc:sldMk cId="2326254396" sldId="344"/>
            <ac:spMk id="5" creationId="{EFCE21EE-10DC-4503-9FD7-8D2960C780CB}"/>
          </ac:spMkLst>
        </pc:spChg>
        <pc:picChg chg="del">
          <ac:chgData name="ERICK DAMIAN CRIOLLO O�A" userId="S::edcriollo1@espe.edu.ec::6dcbe2a5-cfdc-4b63-9481-50760e65cace" providerId="AD" clId="Web-{452B7995-A678-B11C-AB4E-DBD143904AF7}" dt="2025-02-12T13:04:44.539" v="266"/>
          <ac:picMkLst>
            <pc:docMk/>
            <pc:sldMk cId="2326254396" sldId="344"/>
            <ac:picMk id="4" creationId="{C33D2496-BD5F-FBA3-4173-238EE4DF517E}"/>
          </ac:picMkLst>
        </pc:picChg>
        <pc:picChg chg="add mod">
          <ac:chgData name="ERICK DAMIAN CRIOLLO O�A" userId="S::edcriollo1@espe.edu.ec::6dcbe2a5-cfdc-4b63-9481-50760e65cace" providerId="AD" clId="Web-{452B7995-A678-B11C-AB4E-DBD143904AF7}" dt="2025-02-12T13:04:47.024" v="268" actId="1076"/>
          <ac:picMkLst>
            <pc:docMk/>
            <pc:sldMk cId="2326254396" sldId="344"/>
            <ac:picMk id="6" creationId="{D9E2A4F0-0583-3523-0150-75293165A19E}"/>
          </ac:picMkLst>
        </pc:picChg>
      </pc:sldChg>
      <pc:sldChg chg="addSp delSp modSp">
        <pc:chgData name="ERICK DAMIAN CRIOLLO O�A" userId="S::edcriollo1@espe.edu.ec::6dcbe2a5-cfdc-4b63-9481-50760e65cace" providerId="AD" clId="Web-{452B7995-A678-B11C-AB4E-DBD143904AF7}" dt="2025-02-12T13:20:15.646" v="719" actId="20577"/>
        <pc:sldMkLst>
          <pc:docMk/>
          <pc:sldMk cId="376911173" sldId="345"/>
        </pc:sldMkLst>
        <pc:spChg chg="mod">
          <ac:chgData name="ERICK DAMIAN CRIOLLO O�A" userId="S::edcriollo1@espe.edu.ec::6dcbe2a5-cfdc-4b63-9481-50760e65cace" providerId="AD" clId="Web-{452B7995-A678-B11C-AB4E-DBD143904AF7}" dt="2025-02-12T13:05:58.417" v="280" actId="20577"/>
          <ac:spMkLst>
            <pc:docMk/>
            <pc:sldMk cId="376911173" sldId="345"/>
            <ac:spMk id="3" creationId="{93B8F572-C439-414C-90FA-BE3C081E9B98}"/>
          </ac:spMkLst>
        </pc:spChg>
        <pc:spChg chg="mod">
          <ac:chgData name="ERICK DAMIAN CRIOLLO O�A" userId="S::edcriollo1@espe.edu.ec::6dcbe2a5-cfdc-4b63-9481-50760e65cace" providerId="AD" clId="Web-{452B7995-A678-B11C-AB4E-DBD143904AF7}" dt="2025-02-12T13:20:15.646" v="719" actId="20577"/>
          <ac:spMkLst>
            <pc:docMk/>
            <pc:sldMk cId="376911173" sldId="345"/>
            <ac:spMk id="5" creationId="{EFCE21EE-10DC-4503-9FD7-8D2960C780CB}"/>
          </ac:spMkLst>
        </pc:spChg>
        <pc:picChg chg="add mod">
          <ac:chgData name="ERICK DAMIAN CRIOLLO O�A" userId="S::edcriollo1@espe.edu.ec::6dcbe2a5-cfdc-4b63-9481-50760e65cace" providerId="AD" clId="Web-{452B7995-A678-B11C-AB4E-DBD143904AF7}" dt="2025-02-12T13:06:05.886" v="283" actId="1076"/>
          <ac:picMkLst>
            <pc:docMk/>
            <pc:sldMk cId="376911173" sldId="345"/>
            <ac:picMk id="4" creationId="{24D518B7-5D6F-83F3-765C-CED5FD44AD49}"/>
          </ac:picMkLst>
        </pc:picChg>
        <pc:picChg chg="del">
          <ac:chgData name="ERICK DAMIAN CRIOLLO O�A" userId="S::edcriollo1@espe.edu.ec::6dcbe2a5-cfdc-4b63-9481-50760e65cace" providerId="AD" clId="Web-{452B7995-A678-B11C-AB4E-DBD143904AF7}" dt="2025-02-12T13:06:02.682" v="281"/>
          <ac:picMkLst>
            <pc:docMk/>
            <pc:sldMk cId="376911173" sldId="345"/>
            <ac:picMk id="6" creationId="{75F2C6CE-FB11-028A-90C9-391A1BCE1C6E}"/>
          </ac:picMkLst>
        </pc:picChg>
      </pc:sldChg>
      <pc:sldChg chg="addSp delSp modSp">
        <pc:chgData name="ERICK DAMIAN CRIOLLO O�A" userId="S::edcriollo1@espe.edu.ec::6dcbe2a5-cfdc-4b63-9481-50760e65cace" providerId="AD" clId="Web-{452B7995-A678-B11C-AB4E-DBD143904AF7}" dt="2025-02-12T13:21:16.632" v="737" actId="20577"/>
        <pc:sldMkLst>
          <pc:docMk/>
          <pc:sldMk cId="2478630053" sldId="346"/>
        </pc:sldMkLst>
        <pc:spChg chg="mod">
          <ac:chgData name="ERICK DAMIAN CRIOLLO O�A" userId="S::edcriollo1@espe.edu.ec::6dcbe2a5-cfdc-4b63-9481-50760e65cace" providerId="AD" clId="Web-{452B7995-A678-B11C-AB4E-DBD143904AF7}" dt="2025-02-12T13:13:36.165" v="604" actId="14100"/>
          <ac:spMkLst>
            <pc:docMk/>
            <pc:sldMk cId="2478630053" sldId="346"/>
            <ac:spMk id="3" creationId="{93B8F572-C439-414C-90FA-BE3C081E9B98}"/>
          </ac:spMkLst>
        </pc:spChg>
        <pc:spChg chg="mod">
          <ac:chgData name="ERICK DAMIAN CRIOLLO O�A" userId="S::edcriollo1@espe.edu.ec::6dcbe2a5-cfdc-4b63-9481-50760e65cace" providerId="AD" clId="Web-{452B7995-A678-B11C-AB4E-DBD143904AF7}" dt="2025-02-12T13:21:16.632" v="737" actId="20577"/>
          <ac:spMkLst>
            <pc:docMk/>
            <pc:sldMk cId="2478630053" sldId="346"/>
            <ac:spMk id="5" creationId="{EFCE21EE-10DC-4503-9FD7-8D2960C780CB}"/>
          </ac:spMkLst>
        </pc:spChg>
        <pc:picChg chg="add mod">
          <ac:chgData name="ERICK DAMIAN CRIOLLO O�A" userId="S::edcriollo1@espe.edu.ec::6dcbe2a5-cfdc-4b63-9481-50760e65cace" providerId="AD" clId="Web-{452B7995-A678-B11C-AB4E-DBD143904AF7}" dt="2025-02-12T13:13:38.743" v="605" actId="1076"/>
          <ac:picMkLst>
            <pc:docMk/>
            <pc:sldMk cId="2478630053" sldId="346"/>
            <ac:picMk id="4" creationId="{B634A99E-68CE-62A3-C526-52C30E023AC6}"/>
          </ac:picMkLst>
        </pc:picChg>
        <pc:picChg chg="del">
          <ac:chgData name="ERICK DAMIAN CRIOLLO O�A" userId="S::edcriollo1@espe.edu.ec::6dcbe2a5-cfdc-4b63-9481-50760e65cace" providerId="AD" clId="Web-{452B7995-A678-B11C-AB4E-DBD143904AF7}" dt="2025-02-12T13:13:25.540" v="599"/>
          <ac:picMkLst>
            <pc:docMk/>
            <pc:sldMk cId="2478630053" sldId="346"/>
            <ac:picMk id="6" creationId="{9A3E6522-F6D7-9A5E-A1C5-0A52A4DF5F70}"/>
          </ac:picMkLst>
        </pc:picChg>
        <pc:picChg chg="del">
          <ac:chgData name="ERICK DAMIAN CRIOLLO O�A" userId="S::edcriollo1@espe.edu.ec::6dcbe2a5-cfdc-4b63-9481-50760e65cace" providerId="AD" clId="Web-{452B7995-A678-B11C-AB4E-DBD143904AF7}" dt="2025-02-12T13:13:25.133" v="598"/>
          <ac:picMkLst>
            <pc:docMk/>
            <pc:sldMk cId="2478630053" sldId="346"/>
            <ac:picMk id="8" creationId="{01EB0516-9D88-28AB-88C6-847355EAF3BC}"/>
          </ac:picMkLst>
        </pc:picChg>
      </pc:sldChg>
      <pc:sldChg chg="addSp delSp modSp">
        <pc:chgData name="ERICK DAMIAN CRIOLLO O�A" userId="S::edcriollo1@espe.edu.ec::6dcbe2a5-cfdc-4b63-9481-50760e65cace" providerId="AD" clId="Web-{452B7995-A678-B11C-AB4E-DBD143904AF7}" dt="2025-02-12T13:21:22.804" v="739" actId="20577"/>
        <pc:sldMkLst>
          <pc:docMk/>
          <pc:sldMk cId="3310875422" sldId="347"/>
        </pc:sldMkLst>
        <pc:spChg chg="mod">
          <ac:chgData name="ERICK DAMIAN CRIOLLO O�A" userId="S::edcriollo1@espe.edu.ec::6dcbe2a5-cfdc-4b63-9481-50760e65cace" providerId="AD" clId="Web-{452B7995-A678-B11C-AB4E-DBD143904AF7}" dt="2025-02-12T13:16:44.811" v="622" actId="20577"/>
          <ac:spMkLst>
            <pc:docMk/>
            <pc:sldMk cId="3310875422" sldId="347"/>
            <ac:spMk id="3" creationId="{93B8F572-C439-414C-90FA-BE3C081E9B98}"/>
          </ac:spMkLst>
        </pc:spChg>
        <pc:spChg chg="mod">
          <ac:chgData name="ERICK DAMIAN CRIOLLO O�A" userId="S::edcriollo1@espe.edu.ec::6dcbe2a5-cfdc-4b63-9481-50760e65cace" providerId="AD" clId="Web-{452B7995-A678-B11C-AB4E-DBD143904AF7}" dt="2025-02-12T13:21:22.804" v="739" actId="20577"/>
          <ac:spMkLst>
            <pc:docMk/>
            <pc:sldMk cId="3310875422" sldId="347"/>
            <ac:spMk id="5" creationId="{EFCE21EE-10DC-4503-9FD7-8D2960C780CB}"/>
          </ac:spMkLst>
        </pc:spChg>
        <pc:picChg chg="del">
          <ac:chgData name="ERICK DAMIAN CRIOLLO O�A" userId="S::edcriollo1@espe.edu.ec::6dcbe2a5-cfdc-4b63-9481-50760e65cace" providerId="AD" clId="Web-{452B7995-A678-B11C-AB4E-DBD143904AF7}" dt="2025-02-12T13:16:53.905" v="623"/>
          <ac:picMkLst>
            <pc:docMk/>
            <pc:sldMk cId="3310875422" sldId="347"/>
            <ac:picMk id="4" creationId="{CB1D0FE4-EB5C-F8AD-12D9-9EB1EDA2E2B0}"/>
          </ac:picMkLst>
        </pc:picChg>
        <pc:picChg chg="add mod">
          <ac:chgData name="ERICK DAMIAN CRIOLLO O�A" userId="S::edcriollo1@espe.edu.ec::6dcbe2a5-cfdc-4b63-9481-50760e65cace" providerId="AD" clId="Web-{452B7995-A678-B11C-AB4E-DBD143904AF7}" dt="2025-02-12T13:16:56.515" v="625" actId="1076"/>
          <ac:picMkLst>
            <pc:docMk/>
            <pc:sldMk cId="3310875422" sldId="347"/>
            <ac:picMk id="6" creationId="{EAB10064-9F8D-9880-1638-81DA869932C0}"/>
          </ac:picMkLst>
        </pc:picChg>
      </pc:sldChg>
      <pc:sldChg chg="del">
        <pc:chgData name="ERICK DAMIAN CRIOLLO O�A" userId="S::edcriollo1@espe.edu.ec::6dcbe2a5-cfdc-4b63-9481-50760e65cace" providerId="AD" clId="Web-{452B7995-A678-B11C-AB4E-DBD143904AF7}" dt="2025-02-12T13:17:51.485" v="627"/>
        <pc:sldMkLst>
          <pc:docMk/>
          <pc:sldMk cId="3802611624" sldId="350"/>
        </pc:sldMkLst>
      </pc:sldChg>
      <pc:sldChg chg="del">
        <pc:chgData name="ERICK DAMIAN CRIOLLO O�A" userId="S::edcriollo1@espe.edu.ec::6dcbe2a5-cfdc-4b63-9481-50760e65cace" providerId="AD" clId="Web-{452B7995-A678-B11C-AB4E-DBD143904AF7}" dt="2025-02-12T13:17:49.376" v="626"/>
        <pc:sldMkLst>
          <pc:docMk/>
          <pc:sldMk cId="3144295167" sldId="387"/>
        </pc:sldMkLst>
      </pc:sldChg>
      <pc:sldChg chg="addSp delSp modSp add replId">
        <pc:chgData name="ERICK DAMIAN CRIOLLO O�A" userId="S::edcriollo1@espe.edu.ec::6dcbe2a5-cfdc-4b63-9481-50760e65cace" providerId="AD" clId="Web-{452B7995-A678-B11C-AB4E-DBD143904AF7}" dt="2025-02-12T13:20:20.958" v="721" actId="20577"/>
        <pc:sldMkLst>
          <pc:docMk/>
          <pc:sldMk cId="2863564287" sldId="400"/>
        </pc:sldMkLst>
        <pc:spChg chg="mod">
          <ac:chgData name="ERICK DAMIAN CRIOLLO O�A" userId="S::edcriollo1@espe.edu.ec::6dcbe2a5-cfdc-4b63-9481-50760e65cace" providerId="AD" clId="Web-{452B7995-A678-B11C-AB4E-DBD143904AF7}" dt="2025-02-12T13:08:38.171" v="350" actId="14100"/>
          <ac:spMkLst>
            <pc:docMk/>
            <pc:sldMk cId="2863564287" sldId="400"/>
            <ac:spMk id="3" creationId="{6377EE0D-B8BA-175E-A7D2-1E45A49BC659}"/>
          </ac:spMkLst>
        </pc:spChg>
        <pc:spChg chg="mod">
          <ac:chgData name="ERICK DAMIAN CRIOLLO O�A" userId="S::edcriollo1@espe.edu.ec::6dcbe2a5-cfdc-4b63-9481-50760e65cace" providerId="AD" clId="Web-{452B7995-A678-B11C-AB4E-DBD143904AF7}" dt="2025-02-12T13:20:20.958" v="721" actId="20577"/>
          <ac:spMkLst>
            <pc:docMk/>
            <pc:sldMk cId="2863564287" sldId="400"/>
            <ac:spMk id="5" creationId="{5BC9DBCC-10EF-3B63-C781-A24DD07C7096}"/>
          </ac:spMkLst>
        </pc:spChg>
        <pc:picChg chg="del">
          <ac:chgData name="ERICK DAMIAN CRIOLLO O�A" userId="S::edcriollo1@espe.edu.ec::6dcbe2a5-cfdc-4b63-9481-50760e65cace" providerId="AD" clId="Web-{452B7995-A678-B11C-AB4E-DBD143904AF7}" dt="2025-02-12T13:06:36.965" v="286"/>
          <ac:picMkLst>
            <pc:docMk/>
            <pc:sldMk cId="2863564287" sldId="400"/>
            <ac:picMk id="4" creationId="{EB8510CF-B31F-4D6A-17E1-94A8DEF87B82}"/>
          </ac:picMkLst>
        </pc:picChg>
        <pc:picChg chg="add mod">
          <ac:chgData name="ERICK DAMIAN CRIOLLO O�A" userId="S::edcriollo1@espe.edu.ec::6dcbe2a5-cfdc-4b63-9481-50760e65cace" providerId="AD" clId="Web-{452B7995-A678-B11C-AB4E-DBD143904AF7}" dt="2025-02-12T13:06:41.965" v="289" actId="14100"/>
          <ac:picMkLst>
            <pc:docMk/>
            <pc:sldMk cId="2863564287" sldId="400"/>
            <ac:picMk id="6" creationId="{3497E2DA-768B-DB9F-BCC9-45271628DDA3}"/>
          </ac:picMkLst>
        </pc:picChg>
      </pc:sldChg>
      <pc:sldChg chg="addSp delSp modSp add replId">
        <pc:chgData name="ERICK DAMIAN CRIOLLO O�A" userId="S::edcriollo1@espe.edu.ec::6dcbe2a5-cfdc-4b63-9481-50760e65cace" providerId="AD" clId="Web-{452B7995-A678-B11C-AB4E-DBD143904AF7}" dt="2025-02-12T13:20:26.240" v="723" actId="20577"/>
        <pc:sldMkLst>
          <pc:docMk/>
          <pc:sldMk cId="3425755587" sldId="401"/>
        </pc:sldMkLst>
        <pc:spChg chg="mod">
          <ac:chgData name="ERICK DAMIAN CRIOLLO O�A" userId="S::edcriollo1@espe.edu.ec::6dcbe2a5-cfdc-4b63-9481-50760e65cace" providerId="AD" clId="Web-{452B7995-A678-B11C-AB4E-DBD143904AF7}" dt="2025-02-12T13:08:41.781" v="351" actId="14100"/>
          <ac:spMkLst>
            <pc:docMk/>
            <pc:sldMk cId="3425755587" sldId="401"/>
            <ac:spMk id="3" creationId="{DE027D5A-52A3-2639-C857-D0971797A9B7}"/>
          </ac:spMkLst>
        </pc:spChg>
        <pc:spChg chg="mod">
          <ac:chgData name="ERICK DAMIAN CRIOLLO O�A" userId="S::edcriollo1@espe.edu.ec::6dcbe2a5-cfdc-4b63-9481-50760e65cace" providerId="AD" clId="Web-{452B7995-A678-B11C-AB4E-DBD143904AF7}" dt="2025-02-12T13:20:26.240" v="723" actId="20577"/>
          <ac:spMkLst>
            <pc:docMk/>
            <pc:sldMk cId="3425755587" sldId="401"/>
            <ac:spMk id="5" creationId="{CDBBABDD-936E-683F-D6F0-457C353BF933}"/>
          </ac:spMkLst>
        </pc:spChg>
        <pc:picChg chg="add mod">
          <ac:chgData name="ERICK DAMIAN CRIOLLO O�A" userId="S::edcriollo1@espe.edu.ec::6dcbe2a5-cfdc-4b63-9481-50760e65cace" providerId="AD" clId="Web-{452B7995-A678-B11C-AB4E-DBD143904AF7}" dt="2025-02-12T13:07:07.028" v="302" actId="1076"/>
          <ac:picMkLst>
            <pc:docMk/>
            <pc:sldMk cId="3425755587" sldId="401"/>
            <ac:picMk id="4" creationId="{3718E25F-757F-271F-3FA0-E020BB604118}"/>
          </ac:picMkLst>
        </pc:picChg>
        <pc:picChg chg="del">
          <ac:chgData name="ERICK DAMIAN CRIOLLO O�A" userId="S::edcriollo1@espe.edu.ec::6dcbe2a5-cfdc-4b63-9481-50760e65cace" providerId="AD" clId="Web-{452B7995-A678-B11C-AB4E-DBD143904AF7}" dt="2025-02-12T13:06:59.590" v="299"/>
          <ac:picMkLst>
            <pc:docMk/>
            <pc:sldMk cId="3425755587" sldId="401"/>
            <ac:picMk id="6" creationId="{20E8F79B-38CD-6A75-A376-7D67DBD8F3F3}"/>
          </ac:picMkLst>
        </pc:picChg>
      </pc:sldChg>
      <pc:sldChg chg="addSp delSp modSp add replId">
        <pc:chgData name="ERICK DAMIAN CRIOLLO O�A" userId="S::edcriollo1@espe.edu.ec::6dcbe2a5-cfdc-4b63-9481-50760e65cace" providerId="AD" clId="Web-{452B7995-A678-B11C-AB4E-DBD143904AF7}" dt="2025-02-12T13:20:37.428" v="725" actId="20577"/>
        <pc:sldMkLst>
          <pc:docMk/>
          <pc:sldMk cId="802791543" sldId="402"/>
        </pc:sldMkLst>
        <pc:spChg chg="mod">
          <ac:chgData name="ERICK DAMIAN CRIOLLO O�A" userId="S::edcriollo1@espe.edu.ec::6dcbe2a5-cfdc-4b63-9481-50760e65cace" providerId="AD" clId="Web-{452B7995-A678-B11C-AB4E-DBD143904AF7}" dt="2025-02-12T13:08:05.858" v="322" actId="20577"/>
          <ac:spMkLst>
            <pc:docMk/>
            <pc:sldMk cId="802791543" sldId="402"/>
            <ac:spMk id="3" creationId="{A0E1F194-9F2C-8116-C932-44FB99A75163}"/>
          </ac:spMkLst>
        </pc:spChg>
        <pc:spChg chg="mod">
          <ac:chgData name="ERICK DAMIAN CRIOLLO O�A" userId="S::edcriollo1@espe.edu.ec::6dcbe2a5-cfdc-4b63-9481-50760e65cace" providerId="AD" clId="Web-{452B7995-A678-B11C-AB4E-DBD143904AF7}" dt="2025-02-12T13:20:37.428" v="725" actId="20577"/>
          <ac:spMkLst>
            <pc:docMk/>
            <pc:sldMk cId="802791543" sldId="402"/>
            <ac:spMk id="5" creationId="{28A1EFDC-4B60-11DD-59AF-1F198A27EBF1}"/>
          </ac:spMkLst>
        </pc:spChg>
        <pc:picChg chg="del">
          <ac:chgData name="ERICK DAMIAN CRIOLLO O�A" userId="S::edcriollo1@espe.edu.ec::6dcbe2a5-cfdc-4b63-9481-50760e65cace" providerId="AD" clId="Web-{452B7995-A678-B11C-AB4E-DBD143904AF7}" dt="2025-02-12T13:07:24.482" v="307"/>
          <ac:picMkLst>
            <pc:docMk/>
            <pc:sldMk cId="802791543" sldId="402"/>
            <ac:picMk id="4" creationId="{157B3013-F841-D63A-2DB2-E0235AF01C0F}"/>
          </ac:picMkLst>
        </pc:picChg>
        <pc:picChg chg="add mod">
          <ac:chgData name="ERICK DAMIAN CRIOLLO O�A" userId="S::edcriollo1@espe.edu.ec::6dcbe2a5-cfdc-4b63-9481-50760e65cace" providerId="AD" clId="Web-{452B7995-A678-B11C-AB4E-DBD143904AF7}" dt="2025-02-12T13:07:28.716" v="310" actId="14100"/>
          <ac:picMkLst>
            <pc:docMk/>
            <pc:sldMk cId="802791543" sldId="402"/>
            <ac:picMk id="6" creationId="{008FB22A-8853-C1A6-CF0A-9E6232A702AC}"/>
          </ac:picMkLst>
        </pc:picChg>
      </pc:sldChg>
      <pc:sldChg chg="addSp delSp modSp add replId">
        <pc:chgData name="ERICK DAMIAN CRIOLLO O�A" userId="S::edcriollo1@espe.edu.ec::6dcbe2a5-cfdc-4b63-9481-50760e65cace" providerId="AD" clId="Web-{452B7995-A678-B11C-AB4E-DBD143904AF7}" dt="2025-02-12T13:21:00.147" v="731" actId="20577"/>
        <pc:sldMkLst>
          <pc:docMk/>
          <pc:sldMk cId="3721541314" sldId="403"/>
        </pc:sldMkLst>
        <pc:spChg chg="mod">
          <ac:chgData name="ERICK DAMIAN CRIOLLO O�A" userId="S::edcriollo1@espe.edu.ec::6dcbe2a5-cfdc-4b63-9481-50760e65cace" providerId="AD" clId="Web-{452B7995-A678-B11C-AB4E-DBD143904AF7}" dt="2025-02-12T13:10:54.269" v="468" actId="20577"/>
          <ac:spMkLst>
            <pc:docMk/>
            <pc:sldMk cId="3721541314" sldId="403"/>
            <ac:spMk id="3" creationId="{3B5A296A-A14D-1CDD-9A42-9BDCF23AB2B5}"/>
          </ac:spMkLst>
        </pc:spChg>
        <pc:spChg chg="mod">
          <ac:chgData name="ERICK DAMIAN CRIOLLO O�A" userId="S::edcriollo1@espe.edu.ec::6dcbe2a5-cfdc-4b63-9481-50760e65cace" providerId="AD" clId="Web-{452B7995-A678-B11C-AB4E-DBD143904AF7}" dt="2025-02-12T13:21:00.147" v="731" actId="20577"/>
          <ac:spMkLst>
            <pc:docMk/>
            <pc:sldMk cId="3721541314" sldId="403"/>
            <ac:spMk id="5" creationId="{AFE43123-FAEA-27B1-5321-74DEDCD3FFC0}"/>
          </ac:spMkLst>
        </pc:spChg>
        <pc:picChg chg="add mod">
          <ac:chgData name="ERICK DAMIAN CRIOLLO O�A" userId="S::edcriollo1@espe.edu.ec::6dcbe2a5-cfdc-4b63-9481-50760e65cace" providerId="AD" clId="Web-{452B7995-A678-B11C-AB4E-DBD143904AF7}" dt="2025-02-12T13:11:06.020" v="472" actId="14100"/>
          <ac:picMkLst>
            <pc:docMk/>
            <pc:sldMk cId="3721541314" sldId="403"/>
            <ac:picMk id="4" creationId="{C5D9628C-91B6-585E-CEBA-FE157750E936}"/>
          </ac:picMkLst>
        </pc:picChg>
        <pc:picChg chg="del">
          <ac:chgData name="ERICK DAMIAN CRIOLLO O�A" userId="S::edcriollo1@espe.edu.ec::6dcbe2a5-cfdc-4b63-9481-50760e65cace" providerId="AD" clId="Web-{452B7995-A678-B11C-AB4E-DBD143904AF7}" dt="2025-02-12T13:11:02.066" v="469"/>
          <ac:picMkLst>
            <pc:docMk/>
            <pc:sldMk cId="3721541314" sldId="403"/>
            <ac:picMk id="6" creationId="{55520C58-AA8C-731E-AD95-2BE92FB11970}"/>
          </ac:picMkLst>
        </pc:picChg>
      </pc:sldChg>
      <pc:sldChg chg="addSp delSp modSp add replId">
        <pc:chgData name="ERICK DAMIAN CRIOLLO O�A" userId="S::edcriollo1@espe.edu.ec::6dcbe2a5-cfdc-4b63-9481-50760e65cace" providerId="AD" clId="Web-{452B7995-A678-B11C-AB4E-DBD143904AF7}" dt="2025-02-12T13:20:48.787" v="727" actId="20577"/>
        <pc:sldMkLst>
          <pc:docMk/>
          <pc:sldMk cId="3587740314" sldId="404"/>
        </pc:sldMkLst>
        <pc:spChg chg="mod">
          <ac:chgData name="ERICK DAMIAN CRIOLLO O�A" userId="S::edcriollo1@espe.edu.ec::6dcbe2a5-cfdc-4b63-9481-50760e65cace" providerId="AD" clId="Web-{452B7995-A678-B11C-AB4E-DBD143904AF7}" dt="2025-02-12T13:09:38.126" v="411" actId="20577"/>
          <ac:spMkLst>
            <pc:docMk/>
            <pc:sldMk cId="3587740314" sldId="404"/>
            <ac:spMk id="3" creationId="{72005F89-3B80-0CF8-7A5D-479783D98346}"/>
          </ac:spMkLst>
        </pc:spChg>
        <pc:spChg chg="mod">
          <ac:chgData name="ERICK DAMIAN CRIOLLO O�A" userId="S::edcriollo1@espe.edu.ec::6dcbe2a5-cfdc-4b63-9481-50760e65cace" providerId="AD" clId="Web-{452B7995-A678-B11C-AB4E-DBD143904AF7}" dt="2025-02-12T13:20:48.787" v="727" actId="20577"/>
          <ac:spMkLst>
            <pc:docMk/>
            <pc:sldMk cId="3587740314" sldId="404"/>
            <ac:spMk id="5" creationId="{4C278EE8-1878-E414-0A00-AAD694963941}"/>
          </ac:spMkLst>
        </pc:spChg>
        <pc:picChg chg="add mod">
          <ac:chgData name="ERICK DAMIAN CRIOLLO O�A" userId="S::edcriollo1@espe.edu.ec::6dcbe2a5-cfdc-4b63-9481-50760e65cace" providerId="AD" clId="Web-{452B7995-A678-B11C-AB4E-DBD143904AF7}" dt="2025-02-12T13:09:44.314" v="415" actId="14100"/>
          <ac:picMkLst>
            <pc:docMk/>
            <pc:sldMk cId="3587740314" sldId="404"/>
            <ac:picMk id="4" creationId="{2938556E-3322-BC93-FB4E-5FB152840773}"/>
          </ac:picMkLst>
        </pc:picChg>
        <pc:picChg chg="del">
          <ac:chgData name="ERICK DAMIAN CRIOLLO O�A" userId="S::edcriollo1@espe.edu.ec::6dcbe2a5-cfdc-4b63-9481-50760e65cace" providerId="AD" clId="Web-{452B7995-A678-B11C-AB4E-DBD143904AF7}" dt="2025-02-12T13:09:40.689" v="412"/>
          <ac:picMkLst>
            <pc:docMk/>
            <pc:sldMk cId="3587740314" sldId="404"/>
            <ac:picMk id="6" creationId="{8D88DDFC-6214-81A2-9AF2-58B4A97C0BF8}"/>
          </ac:picMkLst>
        </pc:picChg>
      </pc:sldChg>
      <pc:sldChg chg="addSp delSp modSp add replId">
        <pc:chgData name="ERICK DAMIAN CRIOLLO O�A" userId="S::edcriollo1@espe.edu.ec::6dcbe2a5-cfdc-4b63-9481-50760e65cace" providerId="AD" clId="Web-{452B7995-A678-B11C-AB4E-DBD143904AF7}" dt="2025-02-12T13:20:54.537" v="729" actId="20577"/>
        <pc:sldMkLst>
          <pc:docMk/>
          <pc:sldMk cId="1220274348" sldId="405"/>
        </pc:sldMkLst>
        <pc:spChg chg="mod">
          <ac:chgData name="ERICK DAMIAN CRIOLLO O�A" userId="S::edcriollo1@espe.edu.ec::6dcbe2a5-cfdc-4b63-9481-50760e65cace" providerId="AD" clId="Web-{452B7995-A678-B11C-AB4E-DBD143904AF7}" dt="2025-02-12T13:10:14.409" v="445" actId="20577"/>
          <ac:spMkLst>
            <pc:docMk/>
            <pc:sldMk cId="1220274348" sldId="405"/>
            <ac:spMk id="3" creationId="{931C3537-B091-BF34-EC78-9AFBA7654B0F}"/>
          </ac:spMkLst>
        </pc:spChg>
        <pc:spChg chg="mod">
          <ac:chgData name="ERICK DAMIAN CRIOLLO O�A" userId="S::edcriollo1@espe.edu.ec::6dcbe2a5-cfdc-4b63-9481-50760e65cace" providerId="AD" clId="Web-{452B7995-A678-B11C-AB4E-DBD143904AF7}" dt="2025-02-12T13:20:54.537" v="729" actId="20577"/>
          <ac:spMkLst>
            <pc:docMk/>
            <pc:sldMk cId="1220274348" sldId="405"/>
            <ac:spMk id="5" creationId="{4A30FC53-9B2E-FED3-0058-F727599BEC23}"/>
          </ac:spMkLst>
        </pc:spChg>
        <pc:picChg chg="del">
          <ac:chgData name="ERICK DAMIAN CRIOLLO O�A" userId="S::edcriollo1@espe.edu.ec::6dcbe2a5-cfdc-4b63-9481-50760e65cace" providerId="AD" clId="Web-{452B7995-A678-B11C-AB4E-DBD143904AF7}" dt="2025-02-12T13:10:18.565" v="446"/>
          <ac:picMkLst>
            <pc:docMk/>
            <pc:sldMk cId="1220274348" sldId="405"/>
            <ac:picMk id="4" creationId="{65985ABF-1451-86E1-763B-54811D55DAA6}"/>
          </ac:picMkLst>
        </pc:picChg>
        <pc:picChg chg="add mod">
          <ac:chgData name="ERICK DAMIAN CRIOLLO O�A" userId="S::edcriollo1@espe.edu.ec::6dcbe2a5-cfdc-4b63-9481-50760e65cace" providerId="AD" clId="Web-{452B7995-A678-B11C-AB4E-DBD143904AF7}" dt="2025-02-12T13:10:20.503" v="448" actId="1076"/>
          <ac:picMkLst>
            <pc:docMk/>
            <pc:sldMk cId="1220274348" sldId="405"/>
            <ac:picMk id="6" creationId="{DF173348-AAD5-B640-AEF5-A62F3203843D}"/>
          </ac:picMkLst>
        </pc:picChg>
      </pc:sldChg>
      <pc:sldChg chg="addSp delSp modSp add replId">
        <pc:chgData name="ERICK DAMIAN CRIOLLO O�A" userId="S::edcriollo1@espe.edu.ec::6dcbe2a5-cfdc-4b63-9481-50760e65cace" providerId="AD" clId="Web-{452B7995-A678-B11C-AB4E-DBD143904AF7}" dt="2025-02-12T13:21:06.491" v="733" actId="20577"/>
        <pc:sldMkLst>
          <pc:docMk/>
          <pc:sldMk cId="1582433248" sldId="406"/>
        </pc:sldMkLst>
        <pc:spChg chg="mod">
          <ac:chgData name="ERICK DAMIAN CRIOLLO O�A" userId="S::edcriollo1@espe.edu.ec::6dcbe2a5-cfdc-4b63-9481-50760e65cace" providerId="AD" clId="Web-{452B7995-A678-B11C-AB4E-DBD143904AF7}" dt="2025-02-12T13:11:57.740" v="520" actId="20577"/>
          <ac:spMkLst>
            <pc:docMk/>
            <pc:sldMk cId="1582433248" sldId="406"/>
            <ac:spMk id="3" creationId="{10B49743-A18F-0409-6089-749FE693FA8C}"/>
          </ac:spMkLst>
        </pc:spChg>
        <pc:spChg chg="mod">
          <ac:chgData name="ERICK DAMIAN CRIOLLO O�A" userId="S::edcriollo1@espe.edu.ec::6dcbe2a5-cfdc-4b63-9481-50760e65cace" providerId="AD" clId="Web-{452B7995-A678-B11C-AB4E-DBD143904AF7}" dt="2025-02-12T13:21:06.491" v="733" actId="20577"/>
          <ac:spMkLst>
            <pc:docMk/>
            <pc:sldMk cId="1582433248" sldId="406"/>
            <ac:spMk id="5" creationId="{A9D53AF6-ADBE-6718-1690-773AC0748EBF}"/>
          </ac:spMkLst>
        </pc:spChg>
        <pc:picChg chg="del">
          <ac:chgData name="ERICK DAMIAN CRIOLLO O�A" userId="S::edcriollo1@espe.edu.ec::6dcbe2a5-cfdc-4b63-9481-50760e65cace" providerId="AD" clId="Web-{452B7995-A678-B11C-AB4E-DBD143904AF7}" dt="2025-02-12T13:12:01.459" v="521"/>
          <ac:picMkLst>
            <pc:docMk/>
            <pc:sldMk cId="1582433248" sldId="406"/>
            <ac:picMk id="4" creationId="{438E1A0E-1318-92C5-C062-E835FB6F10E5}"/>
          </ac:picMkLst>
        </pc:picChg>
        <pc:picChg chg="add mod">
          <ac:chgData name="ERICK DAMIAN CRIOLLO O�A" userId="S::edcriollo1@espe.edu.ec::6dcbe2a5-cfdc-4b63-9481-50760e65cace" providerId="AD" clId="Web-{452B7995-A678-B11C-AB4E-DBD143904AF7}" dt="2025-02-12T13:12:04.443" v="524" actId="14100"/>
          <ac:picMkLst>
            <pc:docMk/>
            <pc:sldMk cId="1582433248" sldId="406"/>
            <ac:picMk id="6" creationId="{C4666098-4468-D84D-3B78-1104B90530D7}"/>
          </ac:picMkLst>
        </pc:picChg>
      </pc:sldChg>
      <pc:sldChg chg="addSp delSp modSp add replId">
        <pc:chgData name="ERICK DAMIAN CRIOLLO O�A" userId="S::edcriollo1@espe.edu.ec::6dcbe2a5-cfdc-4b63-9481-50760e65cace" providerId="AD" clId="Web-{452B7995-A678-B11C-AB4E-DBD143904AF7}" dt="2025-02-12T13:21:11.850" v="735" actId="20577"/>
        <pc:sldMkLst>
          <pc:docMk/>
          <pc:sldMk cId="3825807639" sldId="407"/>
        </pc:sldMkLst>
        <pc:spChg chg="mod">
          <ac:chgData name="ERICK DAMIAN CRIOLLO O�A" userId="S::edcriollo1@espe.edu.ec::6dcbe2a5-cfdc-4b63-9481-50760e65cace" providerId="AD" clId="Web-{452B7995-A678-B11C-AB4E-DBD143904AF7}" dt="2025-02-12T13:12:41.819" v="561" actId="20577"/>
          <ac:spMkLst>
            <pc:docMk/>
            <pc:sldMk cId="3825807639" sldId="407"/>
            <ac:spMk id="3" creationId="{F8FD726F-9A3A-6E9A-6C18-2D5D6B396111}"/>
          </ac:spMkLst>
        </pc:spChg>
        <pc:spChg chg="mod">
          <ac:chgData name="ERICK DAMIAN CRIOLLO O�A" userId="S::edcriollo1@espe.edu.ec::6dcbe2a5-cfdc-4b63-9481-50760e65cace" providerId="AD" clId="Web-{452B7995-A678-B11C-AB4E-DBD143904AF7}" dt="2025-02-12T13:21:11.850" v="735" actId="20577"/>
          <ac:spMkLst>
            <pc:docMk/>
            <pc:sldMk cId="3825807639" sldId="407"/>
            <ac:spMk id="5" creationId="{720DA872-149C-7FC9-44B5-41667BFB2C89}"/>
          </ac:spMkLst>
        </pc:spChg>
        <pc:picChg chg="add mod">
          <ac:chgData name="ERICK DAMIAN CRIOLLO O�A" userId="S::edcriollo1@espe.edu.ec::6dcbe2a5-cfdc-4b63-9481-50760e65cace" providerId="AD" clId="Web-{452B7995-A678-B11C-AB4E-DBD143904AF7}" dt="2025-02-12T13:12:46.585" v="564" actId="1076"/>
          <ac:picMkLst>
            <pc:docMk/>
            <pc:sldMk cId="3825807639" sldId="407"/>
            <ac:picMk id="4" creationId="{D91E472A-AB84-F26C-B3EB-3FA952BA03F3}"/>
          </ac:picMkLst>
        </pc:picChg>
        <pc:picChg chg="del">
          <ac:chgData name="ERICK DAMIAN CRIOLLO O�A" userId="S::edcriollo1@espe.edu.ec::6dcbe2a5-cfdc-4b63-9481-50760e65cace" providerId="AD" clId="Web-{452B7995-A678-B11C-AB4E-DBD143904AF7}" dt="2025-02-12T13:12:44.460" v="562"/>
          <ac:picMkLst>
            <pc:docMk/>
            <pc:sldMk cId="3825807639" sldId="407"/>
            <ac:picMk id="6" creationId="{94D94A51-B0A9-3B3C-821B-C8DB616B05AB}"/>
          </ac:picMkLst>
        </pc:picChg>
      </pc:sldChg>
      <pc:sldChg chg="addSp delSp modSp add replId">
        <pc:chgData name="ERICK DAMIAN CRIOLLO O�A" userId="S::edcriollo1@espe.edu.ec::6dcbe2a5-cfdc-4b63-9481-50760e65cace" providerId="AD" clId="Web-{452B7995-A678-B11C-AB4E-DBD143904AF7}" dt="2025-02-12T13:33:15.185" v="891" actId="20577"/>
        <pc:sldMkLst>
          <pc:docMk/>
          <pc:sldMk cId="62734654" sldId="408"/>
        </pc:sldMkLst>
        <pc:spChg chg="mod">
          <ac:chgData name="ERICK DAMIAN CRIOLLO O�A" userId="S::edcriollo1@espe.edu.ec::6dcbe2a5-cfdc-4b63-9481-50760e65cace" providerId="AD" clId="Web-{452B7995-A678-B11C-AB4E-DBD143904AF7}" dt="2025-02-12T13:30:05.554" v="870" actId="20577"/>
          <ac:spMkLst>
            <pc:docMk/>
            <pc:sldMk cId="62734654" sldId="408"/>
            <ac:spMk id="3" creationId="{71E65776-255B-523A-4E61-4EB932884AE9}"/>
          </ac:spMkLst>
        </pc:spChg>
        <pc:spChg chg="mod">
          <ac:chgData name="ERICK DAMIAN CRIOLLO O�A" userId="S::edcriollo1@espe.edu.ec::6dcbe2a5-cfdc-4b63-9481-50760e65cace" providerId="AD" clId="Web-{452B7995-A678-B11C-AB4E-DBD143904AF7}" dt="2025-02-12T13:33:15.185" v="891" actId="20577"/>
          <ac:spMkLst>
            <pc:docMk/>
            <pc:sldMk cId="62734654" sldId="408"/>
            <ac:spMk id="5" creationId="{DFEC2663-5C82-A806-2CE7-828208FBE2EA}"/>
          </ac:spMkLst>
        </pc:spChg>
        <pc:picChg chg="add mod">
          <ac:chgData name="ERICK DAMIAN CRIOLLO O�A" userId="S::edcriollo1@espe.edu.ec::6dcbe2a5-cfdc-4b63-9481-50760e65cace" providerId="AD" clId="Web-{452B7995-A678-B11C-AB4E-DBD143904AF7}" dt="2025-02-12T13:29:38.225" v="843" actId="1076"/>
          <ac:picMkLst>
            <pc:docMk/>
            <pc:sldMk cId="62734654" sldId="408"/>
            <ac:picMk id="4" creationId="{72147EFC-67EC-9A14-103C-47F8B56A9BAC}"/>
          </ac:picMkLst>
        </pc:picChg>
        <pc:picChg chg="del">
          <ac:chgData name="ERICK DAMIAN CRIOLLO O�A" userId="S::edcriollo1@espe.edu.ec::6dcbe2a5-cfdc-4b63-9481-50760e65cace" providerId="AD" clId="Web-{452B7995-A678-B11C-AB4E-DBD143904AF7}" dt="2025-02-12T13:29:33.116" v="839"/>
          <ac:picMkLst>
            <pc:docMk/>
            <pc:sldMk cId="62734654" sldId="408"/>
            <ac:picMk id="6" creationId="{4F4608AA-B253-3FC6-AFE7-27E00F5EF345}"/>
          </ac:picMkLst>
        </pc:picChg>
      </pc:sldChg>
      <pc:sldChg chg="addSp delSp modSp add replId">
        <pc:chgData name="ERICK DAMIAN CRIOLLO O�A" userId="S::edcriollo1@espe.edu.ec::6dcbe2a5-cfdc-4b63-9481-50760e65cace" providerId="AD" clId="Web-{452B7995-A678-B11C-AB4E-DBD143904AF7}" dt="2025-02-12T13:33:08.950" v="889" actId="20577"/>
        <pc:sldMkLst>
          <pc:docMk/>
          <pc:sldMk cId="2266903959" sldId="409"/>
        </pc:sldMkLst>
        <pc:spChg chg="mod">
          <ac:chgData name="ERICK DAMIAN CRIOLLO O�A" userId="S::edcriollo1@espe.edu.ec::6dcbe2a5-cfdc-4b63-9481-50760e65cace" providerId="AD" clId="Web-{452B7995-A678-B11C-AB4E-DBD143904AF7}" dt="2025-02-12T13:33:08.950" v="889" actId="20577"/>
          <ac:spMkLst>
            <pc:docMk/>
            <pc:sldMk cId="2266903959" sldId="409"/>
            <ac:spMk id="5" creationId="{C445FB13-284A-8A9C-BEDD-824D360EEADF}"/>
          </ac:spMkLst>
        </pc:spChg>
        <pc:picChg chg="del">
          <ac:chgData name="ERICK DAMIAN CRIOLLO O�A" userId="S::edcriollo1@espe.edu.ec::6dcbe2a5-cfdc-4b63-9481-50760e65cace" providerId="AD" clId="Web-{452B7995-A678-B11C-AB4E-DBD143904AF7}" dt="2025-02-12T13:28:59.740" v="834"/>
          <ac:picMkLst>
            <pc:docMk/>
            <pc:sldMk cId="2266903959" sldId="409"/>
            <ac:picMk id="4" creationId="{A82CC022-3744-AB1C-A114-235D53A1F120}"/>
          </ac:picMkLst>
        </pc:picChg>
        <pc:picChg chg="add mod">
          <ac:chgData name="ERICK DAMIAN CRIOLLO O�A" userId="S::edcriollo1@espe.edu.ec::6dcbe2a5-cfdc-4b63-9481-50760e65cace" providerId="AD" clId="Web-{452B7995-A678-B11C-AB4E-DBD143904AF7}" dt="2025-02-12T13:29:05.818" v="838" actId="1076"/>
          <ac:picMkLst>
            <pc:docMk/>
            <pc:sldMk cId="2266903959" sldId="409"/>
            <ac:picMk id="6" creationId="{F96D2810-508A-E1C0-15F4-08A31397E745}"/>
          </ac:picMkLst>
        </pc:picChg>
      </pc:sldChg>
      <pc:sldChg chg="modSp add replId">
        <pc:chgData name="ERICK DAMIAN CRIOLLO O�A" userId="S::edcriollo1@espe.edu.ec::6dcbe2a5-cfdc-4b63-9481-50760e65cace" providerId="AD" clId="Web-{452B7995-A678-B11C-AB4E-DBD143904AF7}" dt="2025-02-12T13:32:55.512" v="887" actId="20577"/>
        <pc:sldMkLst>
          <pc:docMk/>
          <pc:sldMk cId="1581819276" sldId="410"/>
        </pc:sldMkLst>
        <pc:spChg chg="mod">
          <ac:chgData name="ERICK DAMIAN CRIOLLO O�A" userId="S::edcriollo1@espe.edu.ec::6dcbe2a5-cfdc-4b63-9481-50760e65cace" providerId="AD" clId="Web-{452B7995-A678-B11C-AB4E-DBD143904AF7}" dt="2025-02-12T13:32:55.512" v="887" actId="20577"/>
          <ac:spMkLst>
            <pc:docMk/>
            <pc:sldMk cId="1581819276" sldId="410"/>
            <ac:spMk id="5" creationId="{9445E2F8-1A98-9D41-5625-491965EC4DDA}"/>
          </ac:spMkLst>
        </pc:spChg>
      </pc:sldChg>
      <pc:sldChg chg="addSp delSp modSp add replId">
        <pc:chgData name="ERICK DAMIAN CRIOLLO O�A" userId="S::edcriollo1@espe.edu.ec::6dcbe2a5-cfdc-4b63-9481-50760e65cace" providerId="AD" clId="Web-{452B7995-A678-B11C-AB4E-DBD143904AF7}" dt="2025-02-12T13:32:45.653" v="885" actId="20577"/>
        <pc:sldMkLst>
          <pc:docMk/>
          <pc:sldMk cId="556504822" sldId="411"/>
        </pc:sldMkLst>
        <pc:spChg chg="mod">
          <ac:chgData name="ERICK DAMIAN CRIOLLO O�A" userId="S::edcriollo1@espe.edu.ec::6dcbe2a5-cfdc-4b63-9481-50760e65cace" providerId="AD" clId="Web-{452B7995-A678-B11C-AB4E-DBD143904AF7}" dt="2025-02-12T13:27:14.924" v="829" actId="20577"/>
          <ac:spMkLst>
            <pc:docMk/>
            <pc:sldMk cId="556504822" sldId="411"/>
            <ac:spMk id="3" creationId="{5E28FEF9-A70F-5E44-3F2E-C5FEEF2E28BE}"/>
          </ac:spMkLst>
        </pc:spChg>
        <pc:spChg chg="mod">
          <ac:chgData name="ERICK DAMIAN CRIOLLO O�A" userId="S::edcriollo1@espe.edu.ec::6dcbe2a5-cfdc-4b63-9481-50760e65cace" providerId="AD" clId="Web-{452B7995-A678-B11C-AB4E-DBD143904AF7}" dt="2025-02-12T13:32:45.653" v="885" actId="20577"/>
          <ac:spMkLst>
            <pc:docMk/>
            <pc:sldMk cId="556504822" sldId="411"/>
            <ac:spMk id="5" creationId="{C18A7C37-8CE5-CFFD-52DE-9480F34F8469}"/>
          </ac:spMkLst>
        </pc:spChg>
        <pc:picChg chg="add mod">
          <ac:chgData name="ERICK DAMIAN CRIOLLO O�A" userId="S::edcriollo1@espe.edu.ec::6dcbe2a5-cfdc-4b63-9481-50760e65cace" providerId="AD" clId="Web-{452B7995-A678-B11C-AB4E-DBD143904AF7}" dt="2025-02-12T13:27:28.456" v="833" actId="1076"/>
          <ac:picMkLst>
            <pc:docMk/>
            <pc:sldMk cId="556504822" sldId="411"/>
            <ac:picMk id="4" creationId="{5D286DF3-F1E6-B48A-4FA2-A3533329772F}"/>
          </ac:picMkLst>
        </pc:picChg>
        <pc:picChg chg="del">
          <ac:chgData name="ERICK DAMIAN CRIOLLO O�A" userId="S::edcriollo1@espe.edu.ec::6dcbe2a5-cfdc-4b63-9481-50760e65cace" providerId="AD" clId="Web-{452B7995-A678-B11C-AB4E-DBD143904AF7}" dt="2025-02-12T13:27:20.502" v="830"/>
          <ac:picMkLst>
            <pc:docMk/>
            <pc:sldMk cId="556504822" sldId="411"/>
            <ac:picMk id="6" creationId="{C2CF42DC-21E1-4960-C6EB-463206343E63}"/>
          </ac:picMkLst>
        </pc:picChg>
      </pc:sldChg>
      <pc:sldChg chg="add del replId">
        <pc:chgData name="ERICK DAMIAN CRIOLLO O�A" userId="S::edcriollo1@espe.edu.ec::6dcbe2a5-cfdc-4b63-9481-50760e65cace" providerId="AD" clId="Web-{452B7995-A678-B11C-AB4E-DBD143904AF7}" dt="2025-02-12T13:27:00.392" v="820"/>
        <pc:sldMkLst>
          <pc:docMk/>
          <pc:sldMk cId="4266899929" sldId="412"/>
        </pc:sldMkLst>
      </pc:sldChg>
      <pc:sldChg chg="add del replId">
        <pc:chgData name="ERICK DAMIAN CRIOLLO O�A" userId="S::edcriollo1@espe.edu.ec::6dcbe2a5-cfdc-4b63-9481-50760e65cace" providerId="AD" clId="Web-{452B7995-A678-B11C-AB4E-DBD143904AF7}" dt="2025-02-12T13:26:54.736" v="819"/>
        <pc:sldMkLst>
          <pc:docMk/>
          <pc:sldMk cId="3141987007" sldId="413"/>
        </pc:sldMkLst>
      </pc:sldChg>
      <pc:sldChg chg="addSp delSp modSp add replId">
        <pc:chgData name="ERICK DAMIAN CRIOLLO O�A" userId="S::edcriollo1@espe.edu.ec::6dcbe2a5-cfdc-4b63-9481-50760e65cace" providerId="AD" clId="Web-{452B7995-A678-B11C-AB4E-DBD143904AF7}" dt="2025-02-12T13:32:41.059" v="883" actId="20577"/>
        <pc:sldMkLst>
          <pc:docMk/>
          <pc:sldMk cId="841339391" sldId="414"/>
        </pc:sldMkLst>
        <pc:spChg chg="mod">
          <ac:chgData name="ERICK DAMIAN CRIOLLO O�A" userId="S::edcriollo1@espe.edu.ec::6dcbe2a5-cfdc-4b63-9481-50760e65cace" providerId="AD" clId="Web-{452B7995-A678-B11C-AB4E-DBD143904AF7}" dt="2025-02-12T13:26:47.626" v="815" actId="20577"/>
          <ac:spMkLst>
            <pc:docMk/>
            <pc:sldMk cId="841339391" sldId="414"/>
            <ac:spMk id="3" creationId="{C6DACE66-ADBD-CFC1-8B81-1C6F5AE8F33A}"/>
          </ac:spMkLst>
        </pc:spChg>
        <pc:spChg chg="mod">
          <ac:chgData name="ERICK DAMIAN CRIOLLO O�A" userId="S::edcriollo1@espe.edu.ec::6dcbe2a5-cfdc-4b63-9481-50760e65cace" providerId="AD" clId="Web-{452B7995-A678-B11C-AB4E-DBD143904AF7}" dt="2025-02-12T13:32:41.059" v="883" actId="20577"/>
          <ac:spMkLst>
            <pc:docMk/>
            <pc:sldMk cId="841339391" sldId="414"/>
            <ac:spMk id="5" creationId="{8AE695EE-95BC-D44B-1CF6-493E9E87B07F}"/>
          </ac:spMkLst>
        </pc:spChg>
        <pc:picChg chg="del">
          <ac:chgData name="ERICK DAMIAN CRIOLLO O�A" userId="S::edcriollo1@espe.edu.ec::6dcbe2a5-cfdc-4b63-9481-50760e65cace" providerId="AD" clId="Web-{452B7995-A678-B11C-AB4E-DBD143904AF7}" dt="2025-02-12T13:26:49.017" v="816"/>
          <ac:picMkLst>
            <pc:docMk/>
            <pc:sldMk cId="841339391" sldId="414"/>
            <ac:picMk id="4" creationId="{011FBFE2-D710-C59A-AC8A-F4B9C9E52A5A}"/>
          </ac:picMkLst>
        </pc:picChg>
        <pc:picChg chg="add mod">
          <ac:chgData name="ERICK DAMIAN CRIOLLO O�A" userId="S::edcriollo1@espe.edu.ec::6dcbe2a5-cfdc-4b63-9481-50760e65cace" providerId="AD" clId="Web-{452B7995-A678-B11C-AB4E-DBD143904AF7}" dt="2025-02-12T13:26:51.579" v="818" actId="1076"/>
          <ac:picMkLst>
            <pc:docMk/>
            <pc:sldMk cId="841339391" sldId="414"/>
            <ac:picMk id="6" creationId="{008AAD29-BE6F-E1BB-11BF-6E603703B118}"/>
          </ac:picMkLst>
        </pc:picChg>
      </pc:sldChg>
      <pc:sldChg chg="add del replId">
        <pc:chgData name="ERICK DAMIAN CRIOLLO O�A" userId="S::edcriollo1@espe.edu.ec::6dcbe2a5-cfdc-4b63-9481-50760e65cace" providerId="AD" clId="Web-{452B7995-A678-B11C-AB4E-DBD143904AF7}" dt="2025-02-12T13:25:08.686" v="795"/>
        <pc:sldMkLst>
          <pc:docMk/>
          <pc:sldMk cId="3686043702" sldId="415"/>
        </pc:sldMkLst>
      </pc:sldChg>
      <pc:sldChg chg="add del replId">
        <pc:chgData name="ERICK DAMIAN CRIOLLO O�A" userId="S::edcriollo1@espe.edu.ec::6dcbe2a5-cfdc-4b63-9481-50760e65cace" providerId="AD" clId="Web-{452B7995-A678-B11C-AB4E-DBD143904AF7}" dt="2025-02-12T13:25:03.014" v="794"/>
        <pc:sldMkLst>
          <pc:docMk/>
          <pc:sldMk cId="822807528" sldId="416"/>
        </pc:sldMkLst>
      </pc:sldChg>
      <pc:sldChg chg="add del replId">
        <pc:chgData name="ERICK DAMIAN CRIOLLO O�A" userId="S::edcriollo1@espe.edu.ec::6dcbe2a5-cfdc-4b63-9481-50760e65cace" providerId="AD" clId="Web-{452B7995-A678-B11C-AB4E-DBD143904AF7}" dt="2025-02-12T13:25:00.607" v="793"/>
        <pc:sldMkLst>
          <pc:docMk/>
          <pc:sldMk cId="1141956558" sldId="417"/>
        </pc:sldMkLst>
      </pc:sldChg>
      <pc:sldChg chg="addSp delSp modSp add replId">
        <pc:chgData name="ERICK DAMIAN CRIOLLO O�A" userId="S::edcriollo1@espe.edu.ec::6dcbe2a5-cfdc-4b63-9481-50760e65cace" providerId="AD" clId="Web-{452B7995-A678-B11C-AB4E-DBD143904AF7}" dt="2025-02-12T13:32:35.355" v="881" actId="20577"/>
        <pc:sldMkLst>
          <pc:docMk/>
          <pc:sldMk cId="4146553" sldId="418"/>
        </pc:sldMkLst>
        <pc:spChg chg="mod">
          <ac:chgData name="ERICK DAMIAN CRIOLLO O�A" userId="S::edcriollo1@espe.edu.ec::6dcbe2a5-cfdc-4b63-9481-50760e65cace" providerId="AD" clId="Web-{452B7995-A678-B11C-AB4E-DBD143904AF7}" dt="2025-02-12T13:32:35.355" v="881" actId="20577"/>
          <ac:spMkLst>
            <pc:docMk/>
            <pc:sldMk cId="4146553" sldId="418"/>
            <ac:spMk id="5" creationId="{277981C1-62A5-0336-25A1-5E2B0759C3ED}"/>
          </ac:spMkLst>
        </pc:spChg>
        <pc:picChg chg="del mod">
          <ac:chgData name="ERICK DAMIAN CRIOLLO O�A" userId="S::edcriollo1@espe.edu.ec::6dcbe2a5-cfdc-4b63-9481-50760e65cace" providerId="AD" clId="Web-{452B7995-A678-B11C-AB4E-DBD143904AF7}" dt="2025-02-12T13:24:40.779" v="788"/>
          <ac:picMkLst>
            <pc:docMk/>
            <pc:sldMk cId="4146553" sldId="418"/>
            <ac:picMk id="4" creationId="{F7ED156E-62C4-8C57-A04A-53D152AB34D9}"/>
          </ac:picMkLst>
        </pc:picChg>
        <pc:picChg chg="add mod">
          <ac:chgData name="ERICK DAMIAN CRIOLLO O�A" userId="S::edcriollo1@espe.edu.ec::6dcbe2a5-cfdc-4b63-9481-50760e65cace" providerId="AD" clId="Web-{452B7995-A678-B11C-AB4E-DBD143904AF7}" dt="2025-02-12T13:24:47.060" v="792" actId="1076"/>
          <ac:picMkLst>
            <pc:docMk/>
            <pc:sldMk cId="4146553" sldId="418"/>
            <ac:picMk id="6" creationId="{6D05E310-AA6A-8E11-9010-4C32D584C325}"/>
          </ac:picMkLst>
        </pc:picChg>
      </pc:sldChg>
      <pc:sldChg chg="addSp delSp modSp add replId">
        <pc:chgData name="ERICK DAMIAN CRIOLLO O�A" userId="S::edcriollo1@espe.edu.ec::6dcbe2a5-cfdc-4b63-9481-50760e65cace" providerId="AD" clId="Web-{452B7995-A678-B11C-AB4E-DBD143904AF7}" dt="2025-02-12T13:32:28.371" v="879" actId="20577"/>
        <pc:sldMkLst>
          <pc:docMk/>
          <pc:sldMk cId="4168343659" sldId="419"/>
        </pc:sldMkLst>
        <pc:spChg chg="mod">
          <ac:chgData name="ERICK DAMIAN CRIOLLO O�A" userId="S::edcriollo1@espe.edu.ec::6dcbe2a5-cfdc-4b63-9481-50760e65cace" providerId="AD" clId="Web-{452B7995-A678-B11C-AB4E-DBD143904AF7}" dt="2025-02-12T13:24:24.794" v="786" actId="14100"/>
          <ac:spMkLst>
            <pc:docMk/>
            <pc:sldMk cId="4168343659" sldId="419"/>
            <ac:spMk id="3" creationId="{FE03FAE8-1DB7-7F76-7962-A0D4A51AF37F}"/>
          </ac:spMkLst>
        </pc:spChg>
        <pc:spChg chg="mod">
          <ac:chgData name="ERICK DAMIAN CRIOLLO O�A" userId="S::edcriollo1@espe.edu.ec::6dcbe2a5-cfdc-4b63-9481-50760e65cace" providerId="AD" clId="Web-{452B7995-A678-B11C-AB4E-DBD143904AF7}" dt="2025-02-12T13:32:28.371" v="879" actId="20577"/>
          <ac:spMkLst>
            <pc:docMk/>
            <pc:sldMk cId="4168343659" sldId="419"/>
            <ac:spMk id="5" creationId="{E31463E1-C062-827E-00C5-AA18B581EF7E}"/>
          </ac:spMkLst>
        </pc:spChg>
        <pc:picChg chg="add mod">
          <ac:chgData name="ERICK DAMIAN CRIOLLO O�A" userId="S::edcriollo1@espe.edu.ec::6dcbe2a5-cfdc-4b63-9481-50760e65cace" providerId="AD" clId="Web-{452B7995-A678-B11C-AB4E-DBD143904AF7}" dt="2025-02-12T13:24:21.575" v="785" actId="1076"/>
          <ac:picMkLst>
            <pc:docMk/>
            <pc:sldMk cId="4168343659" sldId="419"/>
            <ac:picMk id="4" creationId="{EE6CC077-343B-ACD8-3C4E-A9C4B8172BD2}"/>
          </ac:picMkLst>
        </pc:picChg>
        <pc:picChg chg="del">
          <ac:chgData name="ERICK DAMIAN CRIOLLO O�A" userId="S::edcriollo1@espe.edu.ec::6dcbe2a5-cfdc-4b63-9481-50760e65cace" providerId="AD" clId="Web-{452B7995-A678-B11C-AB4E-DBD143904AF7}" dt="2025-02-12T13:24:19.247" v="783"/>
          <ac:picMkLst>
            <pc:docMk/>
            <pc:sldMk cId="4168343659" sldId="419"/>
            <ac:picMk id="6" creationId="{90C16AAA-B041-FC40-A9B0-092CC48DAA9A}"/>
          </ac:picMkLst>
        </pc:picChg>
      </pc:sldChg>
      <pc:sldChg chg="addSp delSp modSp add replId">
        <pc:chgData name="ERICK DAMIAN CRIOLLO O�A" userId="S::edcriollo1@espe.edu.ec::6dcbe2a5-cfdc-4b63-9481-50760e65cace" providerId="AD" clId="Web-{452B7995-A678-B11C-AB4E-DBD143904AF7}" dt="2025-02-12T13:32:24.683" v="878" actId="20577"/>
        <pc:sldMkLst>
          <pc:docMk/>
          <pc:sldMk cId="2870809551" sldId="420"/>
        </pc:sldMkLst>
        <pc:spChg chg="mod">
          <ac:chgData name="ERICK DAMIAN CRIOLLO O�A" userId="S::edcriollo1@espe.edu.ec::6dcbe2a5-cfdc-4b63-9481-50760e65cace" providerId="AD" clId="Web-{452B7995-A678-B11C-AB4E-DBD143904AF7}" dt="2025-02-12T13:32:24.683" v="878" actId="20577"/>
          <ac:spMkLst>
            <pc:docMk/>
            <pc:sldMk cId="2870809551" sldId="420"/>
            <ac:spMk id="5" creationId="{0C0D05AA-02D3-31F0-1AC3-BF19984623FB}"/>
          </ac:spMkLst>
        </pc:spChg>
        <pc:picChg chg="del">
          <ac:chgData name="ERICK DAMIAN CRIOLLO O�A" userId="S::edcriollo1@espe.edu.ec::6dcbe2a5-cfdc-4b63-9481-50760e65cace" providerId="AD" clId="Web-{452B7995-A678-B11C-AB4E-DBD143904AF7}" dt="2025-02-12T13:24:03.231" v="779"/>
          <ac:picMkLst>
            <pc:docMk/>
            <pc:sldMk cId="2870809551" sldId="420"/>
            <ac:picMk id="4" creationId="{842CBAFE-6ECC-5EB8-865E-F07B641248B5}"/>
          </ac:picMkLst>
        </pc:picChg>
        <pc:picChg chg="add mod">
          <ac:chgData name="ERICK DAMIAN CRIOLLO O�A" userId="S::edcriollo1@espe.edu.ec::6dcbe2a5-cfdc-4b63-9481-50760e65cace" providerId="AD" clId="Web-{452B7995-A678-B11C-AB4E-DBD143904AF7}" dt="2025-02-12T13:24:06.168" v="782" actId="1076"/>
          <ac:picMkLst>
            <pc:docMk/>
            <pc:sldMk cId="2870809551" sldId="420"/>
            <ac:picMk id="6" creationId="{175B4F55-ACFF-939A-2F13-E9CFC046934B}"/>
          </ac:picMkLst>
        </pc:picChg>
      </pc:sldChg>
      <pc:sldChg chg="modSp add replId">
        <pc:chgData name="ERICK DAMIAN CRIOLLO O�A" userId="S::edcriollo1@espe.edu.ec::6dcbe2a5-cfdc-4b63-9481-50760e65cace" providerId="AD" clId="Web-{452B7995-A678-B11C-AB4E-DBD143904AF7}" dt="2025-02-12T13:32:12.683" v="876" actId="20577"/>
        <pc:sldMkLst>
          <pc:docMk/>
          <pc:sldMk cId="4258066461" sldId="421"/>
        </pc:sldMkLst>
        <pc:spChg chg="mod">
          <ac:chgData name="ERICK DAMIAN CRIOLLO O�A" userId="S::edcriollo1@espe.edu.ec::6dcbe2a5-cfdc-4b63-9481-50760e65cace" providerId="AD" clId="Web-{452B7995-A678-B11C-AB4E-DBD143904AF7}" dt="2025-02-12T13:32:12.683" v="876" actId="20577"/>
          <ac:spMkLst>
            <pc:docMk/>
            <pc:sldMk cId="4258066461" sldId="421"/>
            <ac:spMk id="5" creationId="{36399704-B809-FF14-3495-77D90A4D572E}"/>
          </ac:spMkLst>
        </pc:spChg>
      </pc:sldChg>
      <pc:sldChg chg="modSp add replId">
        <pc:chgData name="ERICK DAMIAN CRIOLLO O�A" userId="S::edcriollo1@espe.edu.ec::6dcbe2a5-cfdc-4b63-9481-50760e65cace" providerId="AD" clId="Web-{452B7995-A678-B11C-AB4E-DBD143904AF7}" dt="2025-02-12T13:32:07.714" v="874" actId="20577"/>
        <pc:sldMkLst>
          <pc:docMk/>
          <pc:sldMk cId="1551024997" sldId="422"/>
        </pc:sldMkLst>
        <pc:spChg chg="mod">
          <ac:chgData name="ERICK DAMIAN CRIOLLO O�A" userId="S::edcriollo1@espe.edu.ec::6dcbe2a5-cfdc-4b63-9481-50760e65cace" providerId="AD" clId="Web-{452B7995-A678-B11C-AB4E-DBD143904AF7}" dt="2025-02-12T13:32:07.714" v="874" actId="20577"/>
          <ac:spMkLst>
            <pc:docMk/>
            <pc:sldMk cId="1551024997" sldId="422"/>
            <ac:spMk id="5" creationId="{5BE09715-A9D0-6997-EA50-1974EF1054F1}"/>
          </ac:spMkLst>
        </pc:spChg>
      </pc:sldChg>
      <pc:sldChg chg="addSp delSp modSp add replId">
        <pc:chgData name="ERICK DAMIAN CRIOLLO O�A" userId="S::edcriollo1@espe.edu.ec::6dcbe2a5-cfdc-4b63-9481-50760e65cace" providerId="AD" clId="Web-{452B7995-A678-B11C-AB4E-DBD143904AF7}" dt="2025-02-12T13:23:50.746" v="778" actId="20577"/>
        <pc:sldMkLst>
          <pc:docMk/>
          <pc:sldMk cId="3233773106" sldId="423"/>
        </pc:sldMkLst>
        <pc:spChg chg="mod">
          <ac:chgData name="ERICK DAMIAN CRIOLLO O�A" userId="S::edcriollo1@espe.edu.ec::6dcbe2a5-cfdc-4b63-9481-50760e65cace" providerId="AD" clId="Web-{452B7995-A678-B11C-AB4E-DBD143904AF7}" dt="2025-02-12T13:23:50.746" v="778" actId="20577"/>
          <ac:spMkLst>
            <pc:docMk/>
            <pc:sldMk cId="3233773106" sldId="423"/>
            <ac:spMk id="3" creationId="{51F96D6F-729D-242F-EB40-BF655E9D3FA8}"/>
          </ac:spMkLst>
        </pc:spChg>
        <pc:spChg chg="mod">
          <ac:chgData name="ERICK DAMIAN CRIOLLO O�A" userId="S::edcriollo1@espe.edu.ec::6dcbe2a5-cfdc-4b63-9481-50760e65cace" providerId="AD" clId="Web-{452B7995-A678-B11C-AB4E-DBD143904AF7}" dt="2025-02-12T13:22:41.963" v="757" actId="20577"/>
          <ac:spMkLst>
            <pc:docMk/>
            <pc:sldMk cId="3233773106" sldId="423"/>
            <ac:spMk id="5" creationId="{C9327739-76EE-962C-0D9D-D15A4589364C}"/>
          </ac:spMkLst>
        </pc:spChg>
        <pc:picChg chg="del">
          <ac:chgData name="ERICK DAMIAN CRIOLLO O�A" userId="S::edcriollo1@espe.edu.ec::6dcbe2a5-cfdc-4b63-9481-50760e65cace" providerId="AD" clId="Web-{452B7995-A678-B11C-AB4E-DBD143904AF7}" dt="2025-02-12T13:23:06.416" v="758"/>
          <ac:picMkLst>
            <pc:docMk/>
            <pc:sldMk cId="3233773106" sldId="423"/>
            <ac:picMk id="6" creationId="{C69C2C03-7F6D-18DC-8231-D631700F089B}"/>
          </ac:picMkLst>
        </pc:picChg>
        <pc:picChg chg="add mod modCrop">
          <ac:chgData name="ERICK DAMIAN CRIOLLO O�A" userId="S::edcriollo1@espe.edu.ec::6dcbe2a5-cfdc-4b63-9481-50760e65cace" providerId="AD" clId="Web-{452B7995-A678-B11C-AB4E-DBD143904AF7}" dt="2025-02-12T13:23:22.839" v="763" actId="1076"/>
          <ac:picMkLst>
            <pc:docMk/>
            <pc:sldMk cId="3233773106" sldId="423"/>
            <ac:picMk id="7" creationId="{69477EFD-D8BB-5F6A-F83D-3AB9D10E8C18}"/>
          </ac:picMkLst>
        </pc:picChg>
      </pc:sldChg>
      <pc:sldChg chg="add replId">
        <pc:chgData name="ERICK DAMIAN CRIOLLO O�A" userId="S::edcriollo1@espe.edu.ec::6dcbe2a5-cfdc-4b63-9481-50760e65cace" providerId="AD" clId="Web-{452B7995-A678-B11C-AB4E-DBD143904AF7}" dt="2025-02-12T13:34:59.985" v="892"/>
        <pc:sldMkLst>
          <pc:docMk/>
          <pc:sldMk cId="3318835274" sldId="424"/>
        </pc:sldMkLst>
      </pc:sldChg>
      <pc:sldChg chg="add replId">
        <pc:chgData name="ERICK DAMIAN CRIOLLO O�A" userId="S::edcriollo1@espe.edu.ec::6dcbe2a5-cfdc-4b63-9481-50760e65cace" providerId="AD" clId="Web-{452B7995-A678-B11C-AB4E-DBD143904AF7}" dt="2025-02-12T13:35:00.063" v="893"/>
        <pc:sldMkLst>
          <pc:docMk/>
          <pc:sldMk cId="122938167" sldId="425"/>
        </pc:sldMkLst>
      </pc:sldChg>
      <pc:sldChg chg="add replId">
        <pc:chgData name="ERICK DAMIAN CRIOLLO O�A" userId="S::edcriollo1@espe.edu.ec::6dcbe2a5-cfdc-4b63-9481-50760e65cace" providerId="AD" clId="Web-{452B7995-A678-B11C-AB4E-DBD143904AF7}" dt="2025-02-12T13:35:00.110" v="894"/>
        <pc:sldMkLst>
          <pc:docMk/>
          <pc:sldMk cId="2351289054" sldId="426"/>
        </pc:sldMkLst>
      </pc:sldChg>
      <pc:sldChg chg="add replId">
        <pc:chgData name="ERICK DAMIAN CRIOLLO O�A" userId="S::edcriollo1@espe.edu.ec::6dcbe2a5-cfdc-4b63-9481-50760e65cace" providerId="AD" clId="Web-{452B7995-A678-B11C-AB4E-DBD143904AF7}" dt="2025-02-12T13:35:00.172" v="895"/>
        <pc:sldMkLst>
          <pc:docMk/>
          <pc:sldMk cId="1801549884" sldId="427"/>
        </pc:sldMkLst>
      </pc:sldChg>
      <pc:sldChg chg="add replId">
        <pc:chgData name="ERICK DAMIAN CRIOLLO O�A" userId="S::edcriollo1@espe.edu.ec::6dcbe2a5-cfdc-4b63-9481-50760e65cace" providerId="AD" clId="Web-{452B7995-A678-B11C-AB4E-DBD143904AF7}" dt="2025-02-12T13:35:00.250" v="896"/>
        <pc:sldMkLst>
          <pc:docMk/>
          <pc:sldMk cId="1297926102" sldId="428"/>
        </pc:sldMkLst>
      </pc:sldChg>
      <pc:sldChg chg="add replId">
        <pc:chgData name="ERICK DAMIAN CRIOLLO O�A" userId="S::edcriollo1@espe.edu.ec::6dcbe2a5-cfdc-4b63-9481-50760e65cace" providerId="AD" clId="Web-{452B7995-A678-B11C-AB4E-DBD143904AF7}" dt="2025-02-12T13:35:00.313" v="897"/>
        <pc:sldMkLst>
          <pc:docMk/>
          <pc:sldMk cId="1488497654" sldId="429"/>
        </pc:sldMkLst>
      </pc:sldChg>
      <pc:sldChg chg="add replId">
        <pc:chgData name="ERICK DAMIAN CRIOLLO O�A" userId="S::edcriollo1@espe.edu.ec::6dcbe2a5-cfdc-4b63-9481-50760e65cace" providerId="AD" clId="Web-{452B7995-A678-B11C-AB4E-DBD143904AF7}" dt="2025-02-12T13:35:00.391" v="898"/>
        <pc:sldMkLst>
          <pc:docMk/>
          <pc:sldMk cId="955121207" sldId="430"/>
        </pc:sldMkLst>
      </pc:sldChg>
      <pc:sldChg chg="add replId">
        <pc:chgData name="ERICK DAMIAN CRIOLLO O�A" userId="S::edcriollo1@espe.edu.ec::6dcbe2a5-cfdc-4b63-9481-50760e65cace" providerId="AD" clId="Web-{452B7995-A678-B11C-AB4E-DBD143904AF7}" dt="2025-02-12T13:35:00.454" v="899"/>
        <pc:sldMkLst>
          <pc:docMk/>
          <pc:sldMk cId="3442139769" sldId="431"/>
        </pc:sldMkLst>
      </pc:sldChg>
      <pc:sldChg chg="add replId">
        <pc:chgData name="ERICK DAMIAN CRIOLLO O�A" userId="S::edcriollo1@espe.edu.ec::6dcbe2a5-cfdc-4b63-9481-50760e65cace" providerId="AD" clId="Web-{452B7995-A678-B11C-AB4E-DBD143904AF7}" dt="2025-02-12T13:35:00.532" v="900"/>
        <pc:sldMkLst>
          <pc:docMk/>
          <pc:sldMk cId="464713886" sldId="432"/>
        </pc:sldMkLst>
      </pc:sldChg>
      <pc:sldChg chg="add replId">
        <pc:chgData name="ERICK DAMIAN CRIOLLO O�A" userId="S::edcriollo1@espe.edu.ec::6dcbe2a5-cfdc-4b63-9481-50760e65cace" providerId="AD" clId="Web-{452B7995-A678-B11C-AB4E-DBD143904AF7}" dt="2025-02-12T13:35:00.625" v="901"/>
        <pc:sldMkLst>
          <pc:docMk/>
          <pc:sldMk cId="2510034902" sldId="433"/>
        </pc:sldMkLst>
      </pc:sldChg>
      <pc:sldChg chg="addSp delSp modSp add replId">
        <pc:chgData name="ERICK DAMIAN CRIOLLO O�A" userId="S::edcriollo1@espe.edu.ec::6dcbe2a5-cfdc-4b63-9481-50760e65cace" providerId="AD" clId="Web-{452B7995-A678-B11C-AB4E-DBD143904AF7}" dt="2025-02-12T13:36:05.893" v="911" actId="1076"/>
        <pc:sldMkLst>
          <pc:docMk/>
          <pc:sldMk cId="2324324506" sldId="434"/>
        </pc:sldMkLst>
        <pc:spChg chg="mod">
          <ac:chgData name="ERICK DAMIAN CRIOLLO O�A" userId="S::edcriollo1@espe.edu.ec::6dcbe2a5-cfdc-4b63-9481-50760e65cace" providerId="AD" clId="Web-{452B7995-A678-B11C-AB4E-DBD143904AF7}" dt="2025-02-12T13:35:15.970" v="904" actId="20577"/>
          <ac:spMkLst>
            <pc:docMk/>
            <pc:sldMk cId="2324324506" sldId="434"/>
            <ac:spMk id="5" creationId="{BA9CEFED-3F97-D5BA-C166-4CF33A0BECC9}"/>
          </ac:spMkLst>
        </pc:spChg>
        <pc:picChg chg="add mod modCrop">
          <ac:chgData name="ERICK DAMIAN CRIOLLO O�A" userId="S::edcriollo1@espe.edu.ec::6dcbe2a5-cfdc-4b63-9481-50760e65cace" providerId="AD" clId="Web-{452B7995-A678-B11C-AB4E-DBD143904AF7}" dt="2025-02-12T13:36:05.893" v="911" actId="1076"/>
          <ac:picMkLst>
            <pc:docMk/>
            <pc:sldMk cId="2324324506" sldId="434"/>
            <ac:picMk id="6" creationId="{7FED8212-6B3F-3CC2-D7AF-DB203B62667D}"/>
          </ac:picMkLst>
        </pc:picChg>
        <pc:picChg chg="del">
          <ac:chgData name="ERICK DAMIAN CRIOLLO O�A" userId="S::edcriollo1@espe.edu.ec::6dcbe2a5-cfdc-4b63-9481-50760e65cace" providerId="AD" clId="Web-{452B7995-A678-B11C-AB4E-DBD143904AF7}" dt="2025-02-12T13:35:47.939" v="905"/>
          <ac:picMkLst>
            <pc:docMk/>
            <pc:sldMk cId="2324324506" sldId="434"/>
            <ac:picMk id="7" creationId="{CA3A9666-310C-2623-2C6D-587801A368B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683606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333042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787156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231887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354274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240500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273831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12/17/2025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715541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612505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210192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207802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12/17/2025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‹Nº›</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Tree>
    <p:extLst>
      <p:ext uri="{BB962C8B-B14F-4D97-AF65-F5344CB8AC3E}">
        <p14:creationId xmlns:p14="http://schemas.microsoft.com/office/powerpoint/2010/main" val="3239518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eveloper.webex.com/"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eveloper.webex.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mailto:user@example.comw"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localhost:58000/api/v1/ticket"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localhost:58000/api/v1/network-devic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localhost:58000/api/v1/host"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computerhoy.com/noticias/software/que-es-maquina-virtual-como-funciona-que-sirve-46606" TargetMode="External"/><Relationship Id="rId2" Type="http://schemas.openxmlformats.org/officeDocument/2006/relationships/hyperlink" Target="https://www.webex.com/es/downloads.html" TargetMode="External"/><Relationship Id="rId1" Type="http://schemas.openxmlformats.org/officeDocument/2006/relationships/slideLayout" Target="../slideLayouts/slideLayout2.xml"/><Relationship Id="rId4" Type="http://schemas.openxmlformats.org/officeDocument/2006/relationships/hyperlink" Target="https://uespe-my.sharepoint.com/personal/cvvenegas_espe_edu_ec/_layouts/15/onedrive.aspx?id=%2Fpersonal%2Fcvvenegas%5Fespe%5Fedu%5Fec%2FDocuments%2FARQSW%5FPAO202451%5F2642%2FAPI%5FDEVNET%5FMONSTER&amp;ga=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956176-055A-4F41-9A1C-5A8ABC57AE1B}"/>
              </a:ext>
            </a:extLst>
          </p:cNvPr>
          <p:cNvSpPr>
            <a:spLocks noGrp="1"/>
          </p:cNvSpPr>
          <p:nvPr>
            <p:ph type="ctrTitle"/>
          </p:nvPr>
        </p:nvSpPr>
        <p:spPr>
          <a:xfrm>
            <a:off x="599226" y="3158569"/>
            <a:ext cx="10993549" cy="1578409"/>
          </a:xfrm>
        </p:spPr>
        <p:txBody>
          <a:bodyPr>
            <a:normAutofit/>
          </a:bodyPr>
          <a:lstStyle/>
          <a:p>
            <a:pPr algn="ctr"/>
            <a:r>
              <a:rPr lang="es-ES" dirty="0">
                <a:solidFill>
                  <a:schemeClr val="bg1"/>
                </a:solidFill>
              </a:rPr>
              <a:t>API CISCO DETNET</a:t>
            </a:r>
          </a:p>
        </p:txBody>
      </p:sp>
      <p:sp>
        <p:nvSpPr>
          <p:cNvPr id="3" name="Subtítulo 2">
            <a:extLst>
              <a:ext uri="{FF2B5EF4-FFF2-40B4-BE49-F238E27FC236}">
                <a16:creationId xmlns:a16="http://schemas.microsoft.com/office/drawing/2014/main" id="{3D0C571E-A349-4667-927F-5916BE6073A2}"/>
              </a:ext>
            </a:extLst>
          </p:cNvPr>
          <p:cNvSpPr>
            <a:spLocks noGrp="1"/>
          </p:cNvSpPr>
          <p:nvPr>
            <p:ph type="subTitle" idx="1"/>
          </p:nvPr>
        </p:nvSpPr>
        <p:spPr>
          <a:xfrm>
            <a:off x="599226" y="4572000"/>
            <a:ext cx="4261531" cy="1812758"/>
          </a:xfrm>
        </p:spPr>
        <p:txBody>
          <a:bodyPr>
            <a:normAutofit/>
          </a:bodyPr>
          <a:lstStyle/>
          <a:p>
            <a:r>
              <a:rPr lang="es-EC" b="1" dirty="0">
                <a:solidFill>
                  <a:schemeClr val="bg1"/>
                </a:solidFill>
              </a:rPr>
              <a:t>Integrantes:</a:t>
            </a:r>
            <a:r>
              <a:rPr lang="es-EC" dirty="0">
                <a:solidFill>
                  <a:schemeClr val="bg1"/>
                </a:solidFill>
              </a:rPr>
              <a:t> 	</a:t>
            </a:r>
            <a:r>
              <a:rPr lang="es-EC" dirty="0" err="1">
                <a:solidFill>
                  <a:schemeClr val="bg1"/>
                </a:solidFill>
              </a:rPr>
              <a:t>Acalo</a:t>
            </a:r>
            <a:r>
              <a:rPr lang="es-EC" dirty="0">
                <a:solidFill>
                  <a:schemeClr val="bg1"/>
                </a:solidFill>
              </a:rPr>
              <a:t> </a:t>
            </a:r>
            <a:r>
              <a:rPr lang="es-EC" dirty="0" err="1">
                <a:solidFill>
                  <a:schemeClr val="bg1"/>
                </a:solidFill>
              </a:rPr>
              <a:t>Cristan</a:t>
            </a:r>
            <a:r>
              <a:rPr lang="es-EC" dirty="0">
                <a:solidFill>
                  <a:schemeClr val="bg1"/>
                </a:solidFill>
              </a:rPr>
              <a:t>					Gonzaga </a:t>
            </a:r>
            <a:r>
              <a:rPr lang="es-EC" dirty="0" err="1">
                <a:solidFill>
                  <a:schemeClr val="bg1"/>
                </a:solidFill>
              </a:rPr>
              <a:t>javier</a:t>
            </a:r>
            <a:r>
              <a:rPr lang="es-EC" dirty="0">
                <a:solidFill>
                  <a:schemeClr val="bg1"/>
                </a:solidFill>
              </a:rPr>
              <a:t>					</a:t>
            </a:r>
            <a:r>
              <a:rPr lang="es-EC" dirty="0" err="1">
                <a:solidFill>
                  <a:schemeClr val="bg1"/>
                </a:solidFill>
              </a:rPr>
              <a:t>obando</a:t>
            </a:r>
            <a:r>
              <a:rPr lang="es-EC" dirty="0">
                <a:solidFill>
                  <a:schemeClr val="bg1"/>
                </a:solidFill>
              </a:rPr>
              <a:t> leonardo</a:t>
            </a:r>
          </a:p>
        </p:txBody>
      </p:sp>
      <p:pic>
        <p:nvPicPr>
          <p:cNvPr id="1026" name="Picture 2" descr="Resultado de imagen para espe">
            <a:extLst>
              <a:ext uri="{FF2B5EF4-FFF2-40B4-BE49-F238E27FC236}">
                <a16:creationId xmlns:a16="http://schemas.microsoft.com/office/drawing/2014/main" id="{F414D571-4BC8-480A-8CAB-8B16FE515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597" y="716302"/>
            <a:ext cx="11647502" cy="2193925"/>
          </a:xfrm>
          <a:prstGeom prst="rect">
            <a:avLst/>
          </a:prstGeom>
          <a:noFill/>
          <a:extLst>
            <a:ext uri="{909E8E84-426E-40DD-AFC4-6F175D3DCCD1}">
              <a14:hiddenFill xmlns:a14="http://schemas.microsoft.com/office/drawing/2010/main">
                <a:solidFill>
                  <a:srgbClr val="FFFFFF"/>
                </a:solidFill>
              </a14:hiddenFill>
            </a:ext>
          </a:extLst>
        </p:spPr>
      </p:pic>
      <p:sp>
        <p:nvSpPr>
          <p:cNvPr id="5" name="Subtítulo 2">
            <a:extLst>
              <a:ext uri="{FF2B5EF4-FFF2-40B4-BE49-F238E27FC236}">
                <a16:creationId xmlns:a16="http://schemas.microsoft.com/office/drawing/2014/main" id="{1967A448-01D9-4956-A50F-F9BFFBEC42EB}"/>
              </a:ext>
            </a:extLst>
          </p:cNvPr>
          <p:cNvSpPr txBox="1">
            <a:spLocks/>
          </p:cNvSpPr>
          <p:nvPr/>
        </p:nvSpPr>
        <p:spPr>
          <a:xfrm>
            <a:off x="9037063" y="5301801"/>
            <a:ext cx="4261531" cy="12353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None/>
              <a:tabLst/>
              <a:defRPr/>
            </a:pPr>
            <a:r>
              <a:rPr kumimoji="0" lang="es-EC" sz="1600" b="1" i="0" u="none" strike="noStrike" kern="1200" cap="all" spc="0" normalizeH="0" baseline="0" noProof="0" dirty="0">
                <a:ln>
                  <a:noFill/>
                </a:ln>
                <a:solidFill>
                  <a:prstClr val="white"/>
                </a:solidFill>
                <a:effectLst/>
                <a:uLnTx/>
                <a:uFillTx/>
                <a:latin typeface="Gill Sans MT" panose="020B0502020104020203"/>
                <a:ea typeface="+mn-ea"/>
                <a:cs typeface="+mn-cs"/>
              </a:rPr>
              <a:t>FECHA:  </a:t>
            </a:r>
            <a:r>
              <a:rPr lang="es-EC" b="1" dirty="0">
                <a:solidFill>
                  <a:prstClr val="white"/>
                </a:solidFill>
                <a:latin typeface="Gill Sans MT" panose="020B0502020104020203"/>
              </a:rPr>
              <a:t>28/02/2025</a:t>
            </a:r>
            <a:endParaRPr lang="es-EC" dirty="0">
              <a:solidFill>
                <a:prstClr val="white"/>
              </a:solidFill>
              <a:latin typeface="Gill Sans MT" panose="020B0502020104020203"/>
            </a:endParaRPr>
          </a:p>
          <a:p>
            <a:pPr marL="0" marR="0" lvl="0" indent="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None/>
              <a:tabLst/>
              <a:defRPr/>
            </a:pPr>
            <a:r>
              <a:rPr kumimoji="0" lang="es-EC" sz="1600" b="1" i="0" u="none" strike="noStrike" kern="1200" cap="all" spc="0" normalizeH="0" baseline="0" noProof="0" dirty="0" err="1">
                <a:ln>
                  <a:noFill/>
                </a:ln>
                <a:solidFill>
                  <a:prstClr val="white"/>
                </a:solidFill>
                <a:effectLst/>
                <a:uLnTx/>
                <a:uFillTx/>
                <a:latin typeface="Gill Sans MT" panose="020B0502020104020203"/>
                <a:ea typeface="+mn-ea"/>
                <a:cs typeface="+mn-cs"/>
              </a:rPr>
              <a:t>Ing</a:t>
            </a:r>
            <a:r>
              <a:rPr kumimoji="0" lang="es-EC" sz="1600" b="1" i="0" u="none" strike="noStrike" kern="1200" cap="all" spc="0" normalizeH="0" baseline="0" noProof="0" dirty="0">
                <a:ln>
                  <a:noFill/>
                </a:ln>
                <a:solidFill>
                  <a:prstClr val="white"/>
                </a:solidFill>
                <a:effectLst/>
                <a:uLnTx/>
                <a:uFillTx/>
                <a:latin typeface="Gill Sans MT" panose="020B0502020104020203"/>
                <a:ea typeface="+mn-ea"/>
                <a:cs typeface="+mn-cs"/>
              </a:rPr>
              <a:t>: </a:t>
            </a:r>
            <a:r>
              <a:rPr kumimoji="0" lang="es-EC" sz="1600" b="0" i="0" u="none" strike="noStrike" kern="1200" cap="all" spc="0" normalizeH="0" baseline="0" noProof="0" dirty="0">
                <a:ln>
                  <a:noFill/>
                </a:ln>
                <a:solidFill>
                  <a:prstClr val="white"/>
                </a:solidFill>
                <a:effectLst/>
                <a:uLnTx/>
                <a:uFillTx/>
                <a:latin typeface="Gill Sans MT" panose="020B0502020104020203"/>
                <a:ea typeface="+mn-ea"/>
                <a:cs typeface="+mn-cs"/>
              </a:rPr>
              <a:t>Campaña mauricio</a:t>
            </a:r>
            <a:endParaRPr kumimoji="0" lang="es-EC" sz="1600" b="1" i="0" u="none" strike="noStrike" kern="1200" cap="all" spc="0" normalizeH="0" baseline="0" noProof="0" dirty="0">
              <a:ln>
                <a:noFill/>
              </a:ln>
              <a:solidFill>
                <a:prstClr val="white"/>
              </a:solidFill>
              <a:effectLst/>
              <a:uLnTx/>
              <a:uFillTx/>
              <a:latin typeface="Gill Sans MT" panose="020B0502020104020203"/>
              <a:ea typeface="+mn-ea"/>
              <a:cs typeface="+mn-cs"/>
            </a:endParaRPr>
          </a:p>
        </p:txBody>
      </p:sp>
      <p:sp>
        <p:nvSpPr>
          <p:cNvPr id="4" name="CuadroTexto 3">
            <a:extLst>
              <a:ext uri="{FF2B5EF4-FFF2-40B4-BE49-F238E27FC236}">
                <a16:creationId xmlns:a16="http://schemas.microsoft.com/office/drawing/2014/main" id="{8B78AAB0-61A1-4632-A25D-4FC9433D59B1}"/>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1</a:t>
            </a:r>
          </a:p>
        </p:txBody>
      </p:sp>
    </p:spTree>
    <p:extLst>
      <p:ext uri="{BB962C8B-B14F-4D97-AF65-F5344CB8AC3E}">
        <p14:creationId xmlns:p14="http://schemas.microsoft.com/office/powerpoint/2010/main" val="4206866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091F89-4C2C-B963-A1F9-B38FE25A868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35868C9-6694-15FE-57DE-86346EBDD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3" name="Rectangle 12">
            <a:extLst>
              <a:ext uri="{FF2B5EF4-FFF2-40B4-BE49-F238E27FC236}">
                <a16:creationId xmlns:a16="http://schemas.microsoft.com/office/drawing/2014/main" id="{1B288C90-EDD6-88B4-D1E0-FB0AEA5DD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Marcador de contenido 2">
            <a:extLst>
              <a:ext uri="{FF2B5EF4-FFF2-40B4-BE49-F238E27FC236}">
                <a16:creationId xmlns:a16="http://schemas.microsoft.com/office/drawing/2014/main" id="{45D91B74-C1F3-2E4D-2870-F2EEA4AD50AC}"/>
              </a:ext>
            </a:extLst>
          </p:cNvPr>
          <p:cNvSpPr>
            <a:spLocks noGrp="1"/>
          </p:cNvSpPr>
          <p:nvPr>
            <p:ph idx="1"/>
          </p:nvPr>
        </p:nvSpPr>
        <p:spPr>
          <a:xfrm>
            <a:off x="596348" y="701336"/>
            <a:ext cx="3389726" cy="5424255"/>
          </a:xfrm>
        </p:spPr>
        <p:txBody>
          <a:bodyPr vert="horz" lIns="91440" tIns="45720" rIns="91440" bIns="45720" rtlCol="0" anchor="ctr">
            <a:normAutofit/>
          </a:bodyPr>
          <a:lstStyle/>
          <a:p>
            <a:pPr marL="305435" indent="-305435"/>
            <a:r>
              <a:rPr lang="es-ES" dirty="0">
                <a:solidFill>
                  <a:schemeClr val="bg1"/>
                </a:solidFill>
              </a:rPr>
              <a:t>DESARROLLO</a:t>
            </a:r>
            <a:endParaRPr lang="es-ES"/>
          </a:p>
          <a:p>
            <a:pPr marL="629920" lvl="1" indent="-305435"/>
            <a:r>
              <a:rPr lang="es-ES" dirty="0">
                <a:solidFill>
                  <a:schemeClr val="bg1"/>
                </a:solidFill>
              </a:rPr>
              <a:t>OBJETIVO</a:t>
            </a:r>
          </a:p>
          <a:p>
            <a:pPr marL="629920" lvl="1" indent="-305435"/>
            <a:r>
              <a:rPr lang="es-ES" dirty="0">
                <a:solidFill>
                  <a:schemeClr val="bg1"/>
                </a:solidFill>
              </a:rPr>
              <a:t>MARCO TEÓRICO</a:t>
            </a:r>
          </a:p>
          <a:p>
            <a:pPr marL="629920" lvl="1" indent="-305435"/>
            <a:r>
              <a:rPr lang="es-ES" dirty="0">
                <a:solidFill>
                  <a:schemeClr val="bg1"/>
                </a:solidFill>
              </a:rPr>
              <a:t>RESTFULL</a:t>
            </a:r>
          </a:p>
          <a:p>
            <a:pPr marL="629920" lvl="1" indent="-305435"/>
            <a:r>
              <a:rPr lang="es-ES" dirty="0">
                <a:solidFill>
                  <a:schemeClr val="bg1"/>
                </a:solidFill>
              </a:rPr>
              <a:t>CISCO WEBEX</a:t>
            </a:r>
          </a:p>
          <a:p>
            <a:pPr marL="629920" lvl="1" indent="-305435"/>
            <a:r>
              <a:rPr lang="es-ES" dirty="0">
                <a:solidFill>
                  <a:schemeClr val="bg1"/>
                </a:solidFill>
              </a:rPr>
              <a:t>PACKET TRACER</a:t>
            </a:r>
          </a:p>
          <a:p>
            <a:pPr marL="629920" lvl="1" indent="-305435"/>
            <a:r>
              <a:rPr lang="es-ES" dirty="0">
                <a:solidFill>
                  <a:schemeClr val="bg1"/>
                </a:solidFill>
              </a:rPr>
              <a:t>LABORATORIO</a:t>
            </a:r>
          </a:p>
          <a:p>
            <a:pPr marL="762635" lvl="1" indent="-305435"/>
            <a:r>
              <a:rPr lang="es-ES" dirty="0">
                <a:solidFill>
                  <a:schemeClr val="bg1"/>
                </a:solidFill>
              </a:rPr>
              <a:t>ADMINISTRAR SALAS EN WEBEX</a:t>
            </a:r>
          </a:p>
          <a:p>
            <a:pPr marL="762635" lvl="1" indent="-305435"/>
            <a:r>
              <a:rPr lang="es-ES" sz="1800" dirty="0">
                <a:solidFill>
                  <a:schemeClr val="bg1"/>
                </a:solidFill>
              </a:rPr>
              <a:t>IMPLEMENTACIÓN DE API REST EN CISCO PACKET TRACER</a:t>
            </a:r>
          </a:p>
          <a:p>
            <a:pPr marL="305435" marR="0" lvl="0" indent="-305435" fontAlgn="auto">
              <a:lnSpc>
                <a:spcPct val="100000"/>
              </a:lnSpc>
              <a:tabLst/>
              <a:defRPr/>
            </a:pPr>
            <a:r>
              <a:rPr lang="es-ES" dirty="0">
                <a:solidFill>
                  <a:schemeClr val="bg1"/>
                </a:solidFill>
              </a:rPr>
              <a:t>CONCLUSIONES</a:t>
            </a:r>
          </a:p>
          <a:p>
            <a:pPr marL="305435" marR="0" lvl="0" indent="-305435" fontAlgn="auto">
              <a:lnSpc>
                <a:spcPct val="100000"/>
              </a:lnSpc>
              <a:tabLst/>
              <a:defRPr/>
            </a:pPr>
            <a:r>
              <a:rPr lang="es-ES" dirty="0">
                <a:solidFill>
                  <a:schemeClr val="bg1"/>
                </a:solidFill>
              </a:rPr>
              <a:t>RECOMENDACIONES</a:t>
            </a:r>
          </a:p>
          <a:p>
            <a:pPr marL="305435" marR="0" lvl="0" indent="-305435" fontAlgn="auto">
              <a:lnSpc>
                <a:spcPct val="100000"/>
              </a:lnSpc>
              <a:tabLst/>
              <a:defRPr/>
            </a:pPr>
            <a:r>
              <a:rPr lang="es-ES" dirty="0">
                <a:solidFill>
                  <a:schemeClr val="bg1"/>
                </a:solidFill>
              </a:rPr>
              <a:t>BIBLIOGRAFÍA</a:t>
            </a:r>
          </a:p>
        </p:txBody>
      </p:sp>
      <p:pic>
        <p:nvPicPr>
          <p:cNvPr id="6" name="Picture 2" descr="Resultado de imagen para AGENDA PNG">
            <a:extLst>
              <a:ext uri="{FF2B5EF4-FFF2-40B4-BE49-F238E27FC236}">
                <a16:creationId xmlns:a16="http://schemas.microsoft.com/office/drawing/2014/main" id="{A8592065-6F56-84E4-6D7D-84E261601CF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935576"/>
            <a:ext cx="6489819" cy="300747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84F12B44-1D78-F22A-053B-8E8D1C72465C}"/>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2</a:t>
            </a:r>
          </a:p>
        </p:txBody>
      </p:sp>
    </p:spTree>
    <p:extLst>
      <p:ext uri="{BB962C8B-B14F-4D97-AF65-F5344CB8AC3E}">
        <p14:creationId xmlns:p14="http://schemas.microsoft.com/office/powerpoint/2010/main" val="3281021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180496"/>
            <a:ext cx="8589441" cy="3678303"/>
          </a:xfrm>
        </p:spPr>
        <p:txBody>
          <a:bodyPr>
            <a:normAutofit lnSpcReduction="10000"/>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a:ea typeface="Calibri"/>
                <a:cs typeface="Times New Roman"/>
              </a:rPr>
              <a:t>2.1	OBJETIVO</a:t>
            </a:r>
          </a:p>
          <a:p>
            <a:pPr marL="342900" indent="-342900" algn="just">
              <a:lnSpc>
                <a:spcPct val="97000"/>
              </a:lnSpc>
              <a:buFont typeface="Symbol" panose="05050102010706020507" pitchFamily="18" charset="2"/>
              <a:buChar char=""/>
            </a:pPr>
            <a:r>
              <a:rPr lang="es-ES" dirty="0">
                <a:latin typeface="Cambria"/>
                <a:ea typeface="Calibri"/>
                <a:cs typeface="Times New Roman"/>
              </a:rPr>
              <a:t>Desarrollar e implementar una arquitectura basada en microservicios utilizando Java y REST para gestionar la información de cuentas, clientes, autenticación de usuarios y transacciones bancarias, ilustrando los pasos generales para la creación, integración y despliegue de cada servicio.</a:t>
            </a:r>
          </a:p>
          <a:p>
            <a:pPr marL="342900" indent="-342900" algn="just">
              <a:lnSpc>
                <a:spcPct val="97000"/>
              </a:lnSpc>
              <a:spcBef>
                <a:spcPts val="0"/>
              </a:spcBef>
              <a:spcAft>
                <a:spcPts val="0"/>
              </a:spcAft>
              <a:buFont typeface="Symbol" panose="05050102010706020507" pitchFamily="18" charset="2"/>
              <a:buChar char=""/>
            </a:pPr>
            <a:r>
              <a:rPr lang="es-ES">
                <a:latin typeface="Cambria" panose="02040503050406030204" pitchFamily="18" charset="0"/>
                <a:ea typeface="Cambria"/>
                <a:cs typeface="Times New Roman" panose="02020603050405020304" pitchFamily="18" charset="0"/>
              </a:rPr>
              <a:t>El sistema se dividirá en los siguientes microservicios:</a:t>
            </a:r>
            <a:endParaRPr lang="es-ES"/>
          </a:p>
          <a:p>
            <a:pPr marL="342900" indent="-342900" algn="just">
              <a:lnSpc>
                <a:spcPct val="97000"/>
              </a:lnSpc>
              <a:spcBef>
                <a:spcPts val="0"/>
              </a:spcBef>
              <a:spcAft>
                <a:spcPts val="0"/>
              </a:spcAft>
              <a:buFont typeface="Symbol" panose="05050102010706020507" pitchFamily="18" charset="2"/>
              <a:buChar char=""/>
            </a:pPr>
            <a:r>
              <a:rPr lang="es-ES" err="1">
                <a:latin typeface="Cambria"/>
                <a:ea typeface="Cambria"/>
                <a:cs typeface="Times New Roman"/>
              </a:rPr>
              <a:t>CuentasService</a:t>
            </a:r>
            <a:r>
              <a:rPr lang="es-ES">
                <a:latin typeface="Cambria"/>
                <a:ea typeface="Cambria"/>
                <a:cs typeface="Times New Roman"/>
              </a:rPr>
              <a:t>: Maneja la creación, consulta y administración de cuentas bancarias.</a:t>
            </a:r>
            <a:endParaRPr lang="es-ES">
              <a:latin typeface="Cambria"/>
              <a:cs typeface="Times New Roman"/>
            </a:endParaRPr>
          </a:p>
          <a:p>
            <a:pPr marL="342900" indent="-342900" algn="just">
              <a:lnSpc>
                <a:spcPct val="97000"/>
              </a:lnSpc>
              <a:spcBef>
                <a:spcPts val="0"/>
              </a:spcBef>
              <a:spcAft>
                <a:spcPts val="0"/>
              </a:spcAft>
              <a:buFont typeface="Symbol" panose="05050102010706020507" pitchFamily="18" charset="2"/>
              <a:buChar char=""/>
            </a:pPr>
            <a:r>
              <a:rPr lang="es-ES" dirty="0" err="1">
                <a:latin typeface="Cambria"/>
                <a:ea typeface="Cambria"/>
                <a:cs typeface="Times New Roman"/>
              </a:rPr>
              <a:t>ClientesService</a:t>
            </a:r>
            <a:r>
              <a:rPr lang="es-ES" dirty="0">
                <a:latin typeface="Cambria"/>
                <a:ea typeface="Cambria"/>
                <a:cs typeface="Times New Roman"/>
              </a:rPr>
              <a:t>: Gestiona la información y autenticación de los clientes.</a:t>
            </a:r>
            <a:endParaRPr lang="es-ES" dirty="0">
              <a:latin typeface="Cambria"/>
              <a:cs typeface="Times New Roman"/>
            </a:endParaRPr>
          </a:p>
          <a:p>
            <a:pPr marL="342900" indent="-342900" algn="just">
              <a:lnSpc>
                <a:spcPct val="97000"/>
              </a:lnSpc>
              <a:spcBef>
                <a:spcPts val="0"/>
              </a:spcBef>
              <a:spcAft>
                <a:spcPts val="0"/>
              </a:spcAft>
              <a:buFont typeface="Symbol" panose="05050102010706020507" pitchFamily="18" charset="2"/>
              <a:buChar char=""/>
            </a:pPr>
            <a:r>
              <a:rPr lang="es-ES" dirty="0" err="1">
                <a:latin typeface="Cambria"/>
                <a:ea typeface="Cambria"/>
                <a:cs typeface="Times New Roman"/>
              </a:rPr>
              <a:t>AutenticacionService</a:t>
            </a:r>
            <a:r>
              <a:rPr lang="es-ES" dirty="0">
                <a:latin typeface="Cambria"/>
                <a:ea typeface="Cambria"/>
                <a:cs typeface="Times New Roman"/>
              </a:rPr>
              <a:t>: Controla la autenticación y autorización de usuarios, garantizando la seguridad del acceso.</a:t>
            </a:r>
            <a:endParaRPr lang="es-ES" dirty="0">
              <a:latin typeface="Cambria"/>
              <a:cs typeface="Times New Roman"/>
            </a:endParaRPr>
          </a:p>
          <a:p>
            <a:pPr marL="342900" indent="-342900" algn="just">
              <a:lnSpc>
                <a:spcPct val="97000"/>
              </a:lnSpc>
              <a:spcBef>
                <a:spcPts val="0"/>
              </a:spcBef>
              <a:spcAft>
                <a:spcPts val="0"/>
              </a:spcAft>
              <a:buFont typeface="Symbol" panose="05050102010706020507" pitchFamily="18" charset="2"/>
              <a:buChar char=""/>
            </a:pPr>
            <a:r>
              <a:rPr lang="es-ES" dirty="0" err="1">
                <a:latin typeface="Cambria"/>
                <a:ea typeface="Cambria"/>
                <a:cs typeface="Times New Roman"/>
              </a:rPr>
              <a:t>TransaccionesService</a:t>
            </a:r>
            <a:r>
              <a:rPr lang="es-ES" dirty="0">
                <a:latin typeface="Cambria"/>
                <a:ea typeface="Cambria"/>
                <a:cs typeface="Times New Roman"/>
              </a:rPr>
              <a:t>: Procesa y valida transacciones bancarias, incluyendo depósitos, retiros, transferencias y la consulta de movimientos de cuenta.</a:t>
            </a:r>
            <a:endParaRPr lang="es-ES" dirty="0">
              <a:latin typeface="Cambria"/>
              <a:cs typeface="Times New Roman"/>
            </a:endParaRPr>
          </a:p>
          <a:p>
            <a:pPr marL="342900" indent="-342900" algn="just">
              <a:lnSpc>
                <a:spcPct val="107000"/>
              </a:lnSpc>
              <a:spcBef>
                <a:spcPts val="0"/>
              </a:spcBef>
              <a:spcAft>
                <a:spcPts val="0"/>
              </a:spcAft>
              <a:buFont typeface="Symbol" panose="05050102010706020507" pitchFamily="18" charset="2"/>
              <a:buChar char=""/>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Arial"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629920" lvl="1" indent="-305435" defTabSz="457200">
              <a:spcBef>
                <a:spcPct val="20000"/>
              </a:spcBef>
              <a:spcAft>
                <a:spcPts val="600"/>
              </a:spcAft>
              <a:buFont typeface="Arial"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b="1" i="0" u="none" strike="noStrike" kern="1200" cap="none" spc="0" normalizeH="0" baseline="0" noProof="0">
              <a:ln>
                <a:noFill/>
              </a:ln>
              <a:solidFill>
                <a:schemeClr val="bg1"/>
              </a:solidFill>
              <a:effectLst/>
              <a:uLnTx/>
              <a:uFillTx/>
              <a:latin typeface="Gill Sans MT" panose="020B0502020104020203"/>
            </a:endParaRPr>
          </a:p>
          <a:p>
            <a:pPr marL="629920" lvl="1" indent="-305435" defTabSz="457200">
              <a:spcBef>
                <a:spcPct val="20000"/>
              </a:spcBef>
              <a:spcAft>
                <a:spcPts val="600"/>
              </a:spcAft>
              <a:buFont typeface="Arial" panose="05020102010507070707" pitchFamily="18" charset="2"/>
              <a:buChar char="•"/>
              <a:defRPr/>
            </a:pPr>
            <a:r>
              <a:rPr lang="es-ES" sz="1200" b="1" dirty="0">
                <a:solidFill>
                  <a:schemeClr val="bg1"/>
                </a:solidFill>
                <a:latin typeface="Gill Sans MT" panose="020B0502020104020203"/>
              </a:rPr>
              <a:t>MARCO TEÓRICO</a:t>
            </a:r>
            <a:endParaRPr lang="en-US" sz="1200" b="1" i="0" u="none" strike="noStrike" kern="1200" cap="none" spc="0" normalizeH="0" baseline="0" noProof="0">
              <a:ln>
                <a:noFill/>
              </a:ln>
              <a:solidFill>
                <a:schemeClr val="bg1"/>
              </a:solidFill>
              <a:effectLst/>
              <a:uLnTx/>
              <a:uFillTx/>
              <a:latin typeface="Gill Sans MT" panose="020B0502020104020203"/>
            </a:endParaRPr>
          </a:p>
          <a:p>
            <a:pPr marL="629920" lvl="1" indent="-305435" defTabSz="457200">
              <a:spcBef>
                <a:spcPct val="20000"/>
              </a:spcBef>
              <a:spcAft>
                <a:spcPts val="600"/>
              </a:spcAft>
              <a:buFont typeface="Arial" panose="05020102010507070707" pitchFamily="18" charset="2"/>
              <a:buChar char="•"/>
              <a:defRPr/>
            </a:pPr>
            <a:r>
              <a:rPr lang="es-ES" sz="1200" b="1" dirty="0">
                <a:solidFill>
                  <a:schemeClr val="bg1"/>
                </a:solidFill>
                <a:latin typeface="Gill Sans MT" panose="020B0502020104020203"/>
              </a:rPr>
              <a:t>RESTFULL</a:t>
            </a:r>
            <a:endParaRPr lang="en-US" sz="1200" b="1" i="0" u="none" strike="noStrike" kern="1200" cap="none" spc="0" normalizeH="0" baseline="0" noProof="0">
              <a:ln>
                <a:noFill/>
              </a:ln>
              <a:solidFill>
                <a:schemeClr val="bg1"/>
              </a:solidFill>
              <a:effectLst/>
              <a:uLnTx/>
              <a:uFillTx/>
              <a:latin typeface="Gill Sans MT" panose="020B0502020104020203"/>
            </a:endParaRPr>
          </a:p>
          <a:p>
            <a:pPr marL="629920" lvl="1" indent="-305435" defTabSz="457200">
              <a:spcBef>
                <a:spcPct val="20000"/>
              </a:spcBef>
              <a:spcAft>
                <a:spcPts val="600"/>
              </a:spcAft>
              <a:buFont typeface="Arial" panose="05020102010507070707" pitchFamily="18" charset="2"/>
              <a:buChar char="•"/>
              <a:defRPr/>
            </a:pPr>
            <a:r>
              <a:rPr lang="es-ES" sz="1200" b="1" dirty="0">
                <a:solidFill>
                  <a:schemeClr val="bg1"/>
                </a:solidFill>
                <a:latin typeface="Gill Sans MT" panose="020B0502020104020203"/>
              </a:rPr>
              <a:t>CISCO WEBEX</a:t>
            </a:r>
            <a:endParaRPr lang="en-US" sz="1200" b="1" i="0" u="none" strike="noStrike" kern="1200" cap="none" spc="0" normalizeH="0" baseline="0" noProof="0">
              <a:ln>
                <a:noFill/>
              </a:ln>
              <a:solidFill>
                <a:schemeClr val="bg1"/>
              </a:solidFill>
              <a:effectLst/>
              <a:uLnTx/>
              <a:uFillTx/>
              <a:latin typeface="Gill Sans MT" panose="020B0502020104020203"/>
            </a:endParaRPr>
          </a:p>
          <a:p>
            <a:pPr marL="629920" lvl="1" indent="-305435" defTabSz="457200">
              <a:spcBef>
                <a:spcPct val="20000"/>
              </a:spcBef>
              <a:spcAft>
                <a:spcPts val="600"/>
              </a:spcAft>
              <a:buFont typeface="Arial" panose="05020102010507070707" pitchFamily="18" charset="2"/>
              <a:buChar char="•"/>
              <a:defRPr/>
            </a:pPr>
            <a:r>
              <a:rPr lang="es-ES" sz="1200" b="1" dirty="0">
                <a:solidFill>
                  <a:schemeClr val="bg1"/>
                </a:solidFill>
                <a:latin typeface="Gill Sans MT" panose="020B0502020104020203"/>
              </a:rPr>
              <a:t>PACKET TRACER</a:t>
            </a:r>
            <a:endParaRPr lang="en-US" sz="1200" b="1" i="0" u="none" strike="noStrike" kern="1200" cap="none" spc="0" normalizeH="0" baseline="0" noProof="0">
              <a:ln>
                <a:noFill/>
              </a:ln>
              <a:solidFill>
                <a:schemeClr val="bg1"/>
              </a:solidFill>
              <a:effectLst/>
              <a:uLnTx/>
              <a:uFillTx/>
              <a:latin typeface="Gill Sans MT" panose="020B0502020104020203"/>
            </a:endParaRPr>
          </a:p>
          <a:p>
            <a:pPr marL="629920" lvl="1" indent="-305435" defTabSz="457200">
              <a:spcBef>
                <a:spcPct val="20000"/>
              </a:spcBef>
              <a:spcAft>
                <a:spcPts val="600"/>
              </a:spcAft>
              <a:buFont typeface="Arial" panose="05020102010507070707" pitchFamily="18" charset="2"/>
              <a:buChar char="•"/>
              <a:defRPr/>
            </a:pPr>
            <a:r>
              <a:rPr lang="es-ES" sz="1200" b="1" dirty="0">
                <a:solidFill>
                  <a:schemeClr val="bg1"/>
                </a:solidFill>
                <a:latin typeface="Gill Sans MT" panose="020B0502020104020203"/>
              </a:rPr>
              <a:t>LABORATORIO</a:t>
            </a:r>
            <a:endParaRPr lang="en-US" sz="1200" b="1">
              <a:solidFill>
                <a:schemeClr val="bg1"/>
              </a:solidFill>
              <a:latin typeface="Gill Sans MT" panose="020B0502020104020203"/>
            </a:endParaRPr>
          </a:p>
          <a:p>
            <a:pPr marL="762635" lvl="1" indent="-305435" defTabSz="457200">
              <a:spcBef>
                <a:spcPct val="20000"/>
              </a:spcBef>
              <a:spcAft>
                <a:spcPts val="600"/>
              </a:spcAft>
              <a:buFont typeface="Arial" panose="05020102010507070707" pitchFamily="18" charset="2"/>
              <a:buChar char="•"/>
              <a:defRPr/>
            </a:pPr>
            <a:r>
              <a:rPr lang="es-ES" sz="1200" b="1" dirty="0">
                <a:solidFill>
                  <a:schemeClr val="bg1"/>
                </a:solidFill>
                <a:latin typeface="Gill Sans MT" panose="020B0502020104020203"/>
              </a:rPr>
              <a:t>ADMINISTRAR SALAS EN WEBEX</a:t>
            </a:r>
            <a:endParaRPr lang="en-US" sz="1200" b="1">
              <a:solidFill>
                <a:schemeClr val="bg1"/>
              </a:solidFill>
              <a:latin typeface="Gill Sans MT" panose="020B0502020104020203"/>
            </a:endParaRPr>
          </a:p>
          <a:p>
            <a:pPr marL="762635" lvl="1" indent="-305435" defTabSz="457200">
              <a:spcBef>
                <a:spcPct val="20000"/>
              </a:spcBef>
              <a:spcAft>
                <a:spcPts val="600"/>
              </a:spcAft>
              <a:buFont typeface="Arial"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b="1" i="0" u="none" strike="noStrike" kern="1200" cap="none" spc="0" normalizeH="0" baseline="0" noProof="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Arial"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b="1" i="0" u="none" strike="noStrike" kern="1200" cap="none" spc="0" normalizeH="0" baseline="0" noProof="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Arial"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b="1" i="0" u="none" strike="noStrike" kern="1200" cap="none" spc="0" normalizeH="0" baseline="0" noProof="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Arial"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b="1">
              <a:solidFill>
                <a:schemeClr val="bg1"/>
              </a:solidFill>
              <a:latin typeface="Gill Sans MT" panose="020B0502020104020203"/>
            </a:endParaRPr>
          </a:p>
          <a:p>
            <a:pPr marL="305435" marR="0" lvl="0" indent="-305435" algn="l" defTabSz="457200">
              <a:lnSpc>
                <a:spcPct val="100000"/>
              </a:lnSpc>
              <a:spcBef>
                <a:spcPct val="20000"/>
              </a:spcBef>
              <a:spcAft>
                <a:spcPts val="600"/>
              </a:spcAft>
              <a:buClr>
                <a:srgbClr val="4590B8"/>
              </a:buClr>
              <a:buSzPct val="92000"/>
              <a:buFont typeface="Wingdings 2" panose="05020102010507070707" pitchFamily="18" charset="2"/>
              <a:buChar char=""/>
              <a:tabLst/>
              <a:defRPr/>
            </a:pPr>
            <a:endParaRPr lang="es-ES" sz="1200" b="1" i="0" u="none" strike="noStrike" kern="1200" cap="none" spc="0" normalizeH="0" baseline="0" noProof="0" dirty="0">
              <a:ln>
                <a:noFill/>
              </a:ln>
              <a:solidFill>
                <a:schemeClr val="bg1"/>
              </a:solidFill>
              <a:effectLst/>
              <a:uLnTx/>
              <a:uFillTx/>
              <a:latin typeface="Gill Sans MT" panose="020B0502020104020203"/>
            </a:endParaRPr>
          </a:p>
        </p:txBody>
      </p:sp>
    </p:spTree>
    <p:extLst>
      <p:ext uri="{BB962C8B-B14F-4D97-AF65-F5344CB8AC3E}">
        <p14:creationId xmlns:p14="http://schemas.microsoft.com/office/powerpoint/2010/main" val="3141142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DFAE9-DCC8-9850-0C02-25FC69F6F7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AB9530-32DA-A97A-3F5B-9552E70314A5}"/>
              </a:ext>
            </a:extLst>
          </p:cNvPr>
          <p:cNvSpPr>
            <a:spLocks noGrp="1"/>
          </p:cNvSpPr>
          <p:nvPr>
            <p:ph type="title"/>
          </p:nvPr>
        </p:nvSpPr>
        <p:spPr/>
        <p:txBody>
          <a:bodyPr/>
          <a:lstStyle/>
          <a:p>
            <a:r>
              <a:rPr lang="es-ES" dirty="0"/>
              <a:t>MARCO TEÓRICO</a:t>
            </a:r>
          </a:p>
        </p:txBody>
      </p:sp>
      <p:sp>
        <p:nvSpPr>
          <p:cNvPr id="3" name="Marcador de contenido 2">
            <a:extLst>
              <a:ext uri="{FF2B5EF4-FFF2-40B4-BE49-F238E27FC236}">
                <a16:creationId xmlns:a16="http://schemas.microsoft.com/office/drawing/2014/main" id="{C54C3A87-4858-F7B6-F30D-FD8EB8867ADE}"/>
              </a:ext>
            </a:extLst>
          </p:cNvPr>
          <p:cNvSpPr>
            <a:spLocks noGrp="1"/>
          </p:cNvSpPr>
          <p:nvPr>
            <p:ph idx="1"/>
          </p:nvPr>
        </p:nvSpPr>
        <p:spPr>
          <a:xfrm>
            <a:off x="581192" y="2180496"/>
            <a:ext cx="8589441" cy="3678303"/>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b="1" dirty="0">
                <a:latin typeface="Cambria"/>
                <a:ea typeface="Cambria"/>
                <a:cs typeface="Times New Roman"/>
              </a:rPr>
              <a:t>API RESTFUL</a:t>
            </a:r>
          </a:p>
          <a:p>
            <a:pPr marL="342900" indent="-342900" algn="just">
              <a:lnSpc>
                <a:spcPct val="97000"/>
              </a:lnSpc>
              <a:buFont typeface="Symbol" panose="05050102010706020507" pitchFamily="18" charset="2"/>
              <a:buChar char=""/>
            </a:pPr>
            <a:r>
              <a:rPr lang="es-ES" dirty="0">
                <a:latin typeface="Cambria"/>
                <a:ea typeface="Cambria"/>
                <a:cs typeface="Times New Roman"/>
              </a:rPr>
              <a:t>Sigue el estilo arquitectónico REST (</a:t>
            </a:r>
            <a:r>
              <a:rPr lang="es-ES" dirty="0" err="1">
                <a:latin typeface="Cambria"/>
                <a:ea typeface="Cambria"/>
                <a:cs typeface="Times New Roman"/>
              </a:rPr>
              <a:t>Representational</a:t>
            </a:r>
            <a:r>
              <a:rPr lang="es-ES" dirty="0">
                <a:latin typeface="Cambria"/>
                <a:ea typeface="Cambria"/>
                <a:cs typeface="Times New Roman"/>
              </a:rPr>
              <a:t> </a:t>
            </a:r>
            <a:r>
              <a:rPr lang="es-ES" dirty="0" err="1">
                <a:latin typeface="Cambria"/>
                <a:ea typeface="Cambria"/>
                <a:cs typeface="Times New Roman"/>
              </a:rPr>
              <a:t>State</a:t>
            </a:r>
            <a:r>
              <a:rPr lang="es-ES" dirty="0">
                <a:latin typeface="Cambria"/>
                <a:ea typeface="Cambria"/>
                <a:cs typeface="Times New Roman"/>
              </a:rPr>
              <a:t> Transfer) y permite la comunicación entre sistemas a través de peticiones HTTP, utilizando métodos como GET, POST, PUT y DELETE. Se basa en recursos identificados por </a:t>
            </a:r>
            <a:r>
              <a:rPr lang="es-ES" dirty="0" err="1">
                <a:latin typeface="Cambria"/>
                <a:ea typeface="Cambria"/>
                <a:cs typeface="Times New Roman"/>
              </a:rPr>
              <a:t>URLs</a:t>
            </a:r>
            <a:r>
              <a:rPr lang="es-ES" dirty="0">
                <a:latin typeface="Cambria"/>
                <a:ea typeface="Cambria"/>
                <a:cs typeface="Times New Roman"/>
              </a:rPr>
              <a:t>, devuelve respuestas en formatos como JSON o XML y es </a:t>
            </a:r>
            <a:r>
              <a:rPr lang="es-ES" dirty="0" err="1">
                <a:latin typeface="Cambria"/>
                <a:ea typeface="Cambria"/>
                <a:cs typeface="Times New Roman"/>
              </a:rPr>
              <a:t>stateless</a:t>
            </a:r>
            <a:r>
              <a:rPr lang="es-ES" dirty="0">
                <a:latin typeface="Cambria"/>
                <a:ea typeface="Cambria"/>
                <a:cs typeface="Times New Roman"/>
              </a:rPr>
              <a:t>, lo que significa que cada petición es independiente y no mantiene estado en el servidor.</a:t>
            </a:r>
          </a:p>
          <a:p>
            <a:pPr marL="342900" indent="-342900" algn="just">
              <a:lnSpc>
                <a:spcPct val="97000"/>
              </a:lnSpc>
              <a:buFont typeface="Symbol" panose="05050102010706020507" pitchFamily="18" charset="2"/>
              <a:buChar char=""/>
            </a:pPr>
            <a:endParaRPr lang="es-ES" sz="1800" dirty="0">
              <a:effectLst/>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107000"/>
              </a:lnSpc>
              <a:spcBef>
                <a:spcPts val="0"/>
              </a:spcBef>
              <a:spcAft>
                <a:spcPts val="0"/>
              </a:spcAft>
              <a:buFont typeface="Symbol" panose="05050102010706020507" pitchFamily="18" charset="2"/>
              <a:buChar char=""/>
            </a:pPr>
            <a:endParaRPr lang="es-ES" dirty="0">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B6214C9C-06DA-D4ED-E38E-A03ABA0212C9}"/>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lang="es-ES" sz="1200" b="1" dirty="0">
                <a:solidFill>
                  <a:srgbClr val="FFFF00"/>
                </a:solidFill>
                <a:latin typeface="Gill Sans MT" panose="020B0502020104020203"/>
              </a:rPr>
              <a:t>MARCO TEÓRICO</a:t>
            </a:r>
            <a:endParaRPr lang="es-ES" sz="1200" b="1">
              <a:solidFill>
                <a:srgbClr val="FFFF00"/>
              </a:solidFill>
              <a:latin typeface="Gill Sans MT" panose="020B0502020104020203"/>
            </a:endParaRP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lang="es-ES" sz="1200" b="1" dirty="0">
                <a:solidFill>
                  <a:schemeClr val="bg1"/>
                </a:solidFill>
                <a:latin typeface="Gill Sans MT" panose="020B0502020104020203"/>
              </a:rPr>
              <a:t>DESARROLLO</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OBJETIVO</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API RESTFUL</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CISCO WEBEX</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PACKET TRACER</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LABORATORIO</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ADMINISTRAR SALAS EN WEBEX</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IMPLEMENTACIÓN DE API REST EN CISCO PACKET TRACER</a:t>
            </a: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s-ES" sz="1200" b="1" i="0" u="none" strike="noStrike" kern="1200" cap="none" spc="0" normalizeH="0" baseline="0" noProof="0" dirty="0">
              <a:ln>
                <a:noFill/>
              </a:ln>
              <a:solidFill>
                <a:schemeClr val="bg1"/>
              </a:solidFill>
              <a:effectLst/>
              <a:uLnTx/>
              <a:uFillTx/>
              <a:latin typeface="Gill Sans MT" panose="020B0502020104020203"/>
            </a:endParaRPr>
          </a:p>
        </p:txBody>
      </p:sp>
      <p:pic>
        <p:nvPicPr>
          <p:cNvPr id="4" name="Imagen 3" descr="2.1 Servicios REST - Servicios REST con .NET Core">
            <a:extLst>
              <a:ext uri="{FF2B5EF4-FFF2-40B4-BE49-F238E27FC236}">
                <a16:creationId xmlns:a16="http://schemas.microsoft.com/office/drawing/2014/main" id="{C1FE2D13-0C32-CD92-1FA7-E4305008FA0E}"/>
              </a:ext>
            </a:extLst>
          </p:cNvPr>
          <p:cNvPicPr>
            <a:picLocks noChangeAspect="1"/>
          </p:cNvPicPr>
          <p:nvPr/>
        </p:nvPicPr>
        <p:blipFill>
          <a:blip r:embed="rId2"/>
          <a:stretch>
            <a:fillRect/>
          </a:stretch>
        </p:blipFill>
        <p:spPr>
          <a:xfrm>
            <a:off x="2060087" y="3764573"/>
            <a:ext cx="5639288" cy="2718776"/>
          </a:xfrm>
          <a:prstGeom prst="rect">
            <a:avLst/>
          </a:prstGeom>
        </p:spPr>
      </p:pic>
    </p:spTree>
    <p:extLst>
      <p:ext uri="{BB962C8B-B14F-4D97-AF65-F5344CB8AC3E}">
        <p14:creationId xmlns:p14="http://schemas.microsoft.com/office/powerpoint/2010/main" val="4557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B20A2-5CD6-6C14-DFE2-8F22EC9CC2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6A335B-87B4-2611-69B9-8DFD00B0A0A4}"/>
              </a:ext>
            </a:extLst>
          </p:cNvPr>
          <p:cNvSpPr>
            <a:spLocks noGrp="1"/>
          </p:cNvSpPr>
          <p:nvPr>
            <p:ph type="title"/>
          </p:nvPr>
        </p:nvSpPr>
        <p:spPr/>
        <p:txBody>
          <a:bodyPr/>
          <a:lstStyle/>
          <a:p>
            <a:r>
              <a:rPr lang="es-ES" dirty="0"/>
              <a:t>MARCO TEÓRICO</a:t>
            </a:r>
          </a:p>
        </p:txBody>
      </p:sp>
      <p:sp>
        <p:nvSpPr>
          <p:cNvPr id="3" name="Marcador de contenido 2">
            <a:extLst>
              <a:ext uri="{FF2B5EF4-FFF2-40B4-BE49-F238E27FC236}">
                <a16:creationId xmlns:a16="http://schemas.microsoft.com/office/drawing/2014/main" id="{B00BEA40-65A0-FD96-2A8D-E10608AB8315}"/>
              </a:ext>
            </a:extLst>
          </p:cNvPr>
          <p:cNvSpPr>
            <a:spLocks noGrp="1"/>
          </p:cNvSpPr>
          <p:nvPr>
            <p:ph idx="1"/>
          </p:nvPr>
        </p:nvSpPr>
        <p:spPr>
          <a:xfrm>
            <a:off x="581192" y="2180496"/>
            <a:ext cx="8589441" cy="3678303"/>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b="1" dirty="0">
                <a:latin typeface="Cambria"/>
                <a:ea typeface="Cambria"/>
                <a:cs typeface="Times New Roman"/>
              </a:rPr>
              <a:t>CISCO WEBEX</a:t>
            </a:r>
          </a:p>
          <a:p>
            <a:pPr marL="342900" indent="-342900" algn="just">
              <a:lnSpc>
                <a:spcPct val="97000"/>
              </a:lnSpc>
              <a:buFont typeface="Symbol" panose="05050102010706020507" pitchFamily="18" charset="2"/>
              <a:buChar char=""/>
            </a:pPr>
            <a:r>
              <a:rPr lang="es-ES" dirty="0">
                <a:latin typeface="Cambria"/>
                <a:ea typeface="Cambria"/>
                <a:cs typeface="Times New Roman"/>
              </a:rPr>
              <a:t>Cisco </a:t>
            </a:r>
            <a:r>
              <a:rPr lang="es-ES" dirty="0" err="1">
                <a:latin typeface="Cambria"/>
                <a:ea typeface="Cambria"/>
                <a:cs typeface="Times New Roman"/>
              </a:rPr>
              <a:t>Webex</a:t>
            </a:r>
            <a:r>
              <a:rPr lang="es-ES" dirty="0">
                <a:latin typeface="Cambria"/>
                <a:ea typeface="Cambria"/>
                <a:cs typeface="Times New Roman"/>
              </a:rPr>
              <a:t> es una plataforma de comunicación y colaboración en la nube que ofrece videoconferencias, mensajería, llamadas y uso compartido de archivos en tiempo real. Diseñada para empresas y equipos de trabajo, permite reuniones virtuales seguras y eficientes con integración a otras herramientas como Microsoft </a:t>
            </a:r>
            <a:r>
              <a:rPr lang="es-ES" dirty="0" err="1">
                <a:latin typeface="Cambria"/>
                <a:ea typeface="Cambria"/>
                <a:cs typeface="Times New Roman"/>
              </a:rPr>
              <a:t>Teams</a:t>
            </a:r>
            <a:r>
              <a:rPr lang="es-ES" dirty="0">
                <a:latin typeface="Cambria"/>
                <a:ea typeface="Cambria"/>
                <a:cs typeface="Times New Roman"/>
              </a:rPr>
              <a:t> y Google </a:t>
            </a:r>
            <a:r>
              <a:rPr lang="es-ES" dirty="0" err="1">
                <a:latin typeface="Cambria"/>
                <a:ea typeface="Cambria"/>
                <a:cs typeface="Times New Roman"/>
              </a:rPr>
              <a:t>Workspace</a:t>
            </a:r>
            <a:r>
              <a:rPr lang="es-ES" dirty="0">
                <a:latin typeface="Cambria"/>
                <a:ea typeface="Cambria"/>
                <a:cs typeface="Times New Roman"/>
              </a:rPr>
              <a:t>.</a:t>
            </a:r>
          </a:p>
          <a:p>
            <a:pPr marL="342900" indent="-342900" algn="just">
              <a:lnSpc>
                <a:spcPct val="97000"/>
              </a:lnSpc>
              <a:buFont typeface="Symbol" panose="05050102010706020507" pitchFamily="18" charset="2"/>
              <a:buChar char=""/>
            </a:pPr>
            <a:endParaRPr lang="es-ES" sz="1800" dirty="0">
              <a:effectLst/>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107000"/>
              </a:lnSpc>
              <a:spcBef>
                <a:spcPts val="0"/>
              </a:spcBef>
              <a:spcAft>
                <a:spcPts val="0"/>
              </a:spcAft>
              <a:buFont typeface="Symbol" panose="05050102010706020507" pitchFamily="18" charset="2"/>
              <a:buChar char=""/>
            </a:pPr>
            <a:endParaRPr lang="es-ES" dirty="0">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198E81F4-040C-E2E4-C88F-DC614EEC609F}"/>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lang="es-ES" sz="1200" b="1" dirty="0">
                <a:solidFill>
                  <a:srgbClr val="FFFF00"/>
                </a:solidFill>
                <a:latin typeface="Gill Sans MT" panose="020B0502020104020203"/>
              </a:rPr>
              <a:t>MARCO TEÓRICO</a:t>
            </a:r>
            <a:endParaRPr lang="es-ES" sz="1200" b="1">
              <a:solidFill>
                <a:srgbClr val="FFFF00"/>
              </a:solidFill>
              <a:latin typeface="Gill Sans MT" panose="020B0502020104020203"/>
            </a:endParaRP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lang="es-ES" sz="1200" b="1" dirty="0">
                <a:solidFill>
                  <a:schemeClr val="bg1"/>
                </a:solidFill>
                <a:latin typeface="Gill Sans MT" panose="020B0502020104020203"/>
              </a:rPr>
              <a:t>DESARROLLO</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OBJETIVO</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API RESTFUL</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CISCO WEBEX</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PACKET TRACER</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LABORATORIO</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ADMINISTRAR SALAS EN WEBEX</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IMPLEMENTACIÓN DE API REST EN CISCO PACKET TRACER</a:t>
            </a: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s-ES" sz="1200" b="1" i="0" u="none" strike="noStrike" kern="1200" cap="none" spc="0" normalizeH="0" baseline="0" noProof="0" dirty="0">
              <a:ln>
                <a:noFill/>
              </a:ln>
              <a:solidFill>
                <a:schemeClr val="bg1"/>
              </a:solidFill>
              <a:effectLst/>
              <a:uLnTx/>
              <a:uFillTx/>
              <a:latin typeface="Gill Sans MT" panose="020B0502020104020203"/>
            </a:endParaRPr>
          </a:p>
        </p:txBody>
      </p:sp>
      <p:pic>
        <p:nvPicPr>
          <p:cNvPr id="4" name="Imagen 3" descr="The leader in collaboration &amp; customer experience | Webex">
            <a:extLst>
              <a:ext uri="{FF2B5EF4-FFF2-40B4-BE49-F238E27FC236}">
                <a16:creationId xmlns:a16="http://schemas.microsoft.com/office/drawing/2014/main" id="{C346BE0F-0A7A-2DF4-E6FD-C26578DDC15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72497" y="4147339"/>
            <a:ext cx="3825240" cy="2008505"/>
          </a:xfrm>
          <a:prstGeom prst="rect">
            <a:avLst/>
          </a:prstGeom>
          <a:noFill/>
          <a:ln>
            <a:noFill/>
          </a:ln>
        </p:spPr>
      </p:pic>
    </p:spTree>
    <p:extLst>
      <p:ext uri="{BB962C8B-B14F-4D97-AF65-F5344CB8AC3E}">
        <p14:creationId xmlns:p14="http://schemas.microsoft.com/office/powerpoint/2010/main" val="464952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CF26B-121F-93DC-C842-F1257A618B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30BB76-5970-5478-AB34-A2EA5D379DF0}"/>
              </a:ext>
            </a:extLst>
          </p:cNvPr>
          <p:cNvSpPr>
            <a:spLocks noGrp="1"/>
          </p:cNvSpPr>
          <p:nvPr>
            <p:ph type="title"/>
          </p:nvPr>
        </p:nvSpPr>
        <p:spPr/>
        <p:txBody>
          <a:bodyPr/>
          <a:lstStyle/>
          <a:p>
            <a:r>
              <a:rPr lang="es-ES" dirty="0"/>
              <a:t>MARCO TEÓRICO</a:t>
            </a:r>
          </a:p>
        </p:txBody>
      </p:sp>
      <p:sp>
        <p:nvSpPr>
          <p:cNvPr id="3" name="Marcador de contenido 2">
            <a:extLst>
              <a:ext uri="{FF2B5EF4-FFF2-40B4-BE49-F238E27FC236}">
                <a16:creationId xmlns:a16="http://schemas.microsoft.com/office/drawing/2014/main" id="{80F20EE5-A228-3905-E6F1-1973D8ECDD66}"/>
              </a:ext>
            </a:extLst>
          </p:cNvPr>
          <p:cNvSpPr>
            <a:spLocks noGrp="1"/>
          </p:cNvSpPr>
          <p:nvPr>
            <p:ph idx="1"/>
          </p:nvPr>
        </p:nvSpPr>
        <p:spPr>
          <a:xfrm>
            <a:off x="581192" y="2180496"/>
            <a:ext cx="8589441" cy="3678303"/>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b="1" dirty="0">
                <a:latin typeface="Cambria"/>
                <a:ea typeface="Cambria"/>
                <a:cs typeface="Times New Roman"/>
              </a:rPr>
              <a:t>PACKET TRACER</a:t>
            </a:r>
            <a:endParaRPr lang="es-ES">
              <a:latin typeface="Gill Sans MT" panose="020B0502020104020203"/>
              <a:ea typeface="Cambria"/>
              <a:cs typeface="Times New Roman"/>
            </a:endParaRPr>
          </a:p>
          <a:p>
            <a:pPr marL="0" indent="0" algn="just">
              <a:lnSpc>
                <a:spcPct val="97000"/>
              </a:lnSpc>
              <a:buNone/>
            </a:pPr>
            <a:r>
              <a:rPr lang="es-ES" dirty="0">
                <a:latin typeface="Cambria"/>
                <a:ea typeface="Cambria"/>
                <a:cs typeface="Times New Roman"/>
              </a:rPr>
              <a:t>Es una herramienta de simulación de redes que permite a estudiantes y profesionales diseñar, configurar y probar infraestructuras de red en un entorno virtual. Proporciona una interfaz intuitiva para modelar dispositivos como </a:t>
            </a:r>
            <a:r>
              <a:rPr lang="es-ES" dirty="0" err="1">
                <a:latin typeface="Cambria"/>
                <a:ea typeface="Cambria"/>
                <a:cs typeface="Times New Roman"/>
              </a:rPr>
              <a:t>routers</a:t>
            </a:r>
            <a:r>
              <a:rPr lang="es-ES" dirty="0">
                <a:latin typeface="Cambria"/>
                <a:ea typeface="Cambria"/>
                <a:cs typeface="Times New Roman"/>
              </a:rPr>
              <a:t>, switches y computadoras, facilitando el aprendizaje práctico de redes sin necesidad de hardware físico.</a:t>
            </a:r>
            <a:endParaRPr lang="es-ES"/>
          </a:p>
          <a:p>
            <a:pPr marL="342900" indent="-342900" algn="just">
              <a:lnSpc>
                <a:spcPct val="97000"/>
              </a:lnSpc>
              <a:buFont typeface="Symbol" panose="05050102010706020507" pitchFamily="18" charset="2"/>
              <a:buChar char=""/>
            </a:pPr>
            <a:endParaRPr lang="es-ES" sz="1800" dirty="0">
              <a:effectLst/>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97000"/>
              </a:lnSpc>
              <a:buFont typeface="Symbol" panose="05050102010706020507" pitchFamily="18" charset="2"/>
              <a:buChar char=""/>
            </a:pPr>
            <a:endParaRPr lang="es-ES" dirty="0">
              <a:latin typeface="Cambria" panose="02040503050406030204" pitchFamily="18" charset="0"/>
              <a:ea typeface="Cambria"/>
              <a:cs typeface="Times New Roman" panose="02020603050405020304" pitchFamily="18" charset="0"/>
            </a:endParaRPr>
          </a:p>
          <a:p>
            <a:pPr marL="342900" indent="-342900" algn="just">
              <a:lnSpc>
                <a:spcPct val="107000"/>
              </a:lnSpc>
              <a:spcBef>
                <a:spcPts val="0"/>
              </a:spcBef>
              <a:spcAft>
                <a:spcPts val="0"/>
              </a:spcAft>
              <a:buFont typeface="Symbol" panose="05050102010706020507" pitchFamily="18" charset="2"/>
              <a:buChar char=""/>
            </a:pPr>
            <a:endParaRPr lang="es-ES" dirty="0">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3F4A17AB-62A0-028F-D4EA-31E42A9BC4D5}"/>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lang="es-ES" sz="1200" b="1" dirty="0">
                <a:solidFill>
                  <a:srgbClr val="FFFF00"/>
                </a:solidFill>
                <a:latin typeface="Gill Sans MT" panose="020B0502020104020203"/>
              </a:rPr>
              <a:t>MARCO TEÓRICO</a:t>
            </a:r>
            <a:endParaRPr lang="es-ES" sz="1200" b="1">
              <a:solidFill>
                <a:srgbClr val="FFFF00"/>
              </a:solidFill>
              <a:latin typeface="Gill Sans MT" panose="020B0502020104020203"/>
            </a:endParaRP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lang="es-ES" sz="1200" b="1" dirty="0">
                <a:solidFill>
                  <a:schemeClr val="bg1"/>
                </a:solidFill>
                <a:latin typeface="Gill Sans MT" panose="020B0502020104020203"/>
              </a:rPr>
              <a:t>DESARROLLO</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OBJETIVO</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API RESTFUL</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CISCO WEBEX</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rgbClr val="FFFF00"/>
                </a:solidFill>
                <a:latin typeface="Gill Sans MT" panose="020B0502020104020203"/>
              </a:rPr>
              <a:t>PACKET TRACER</a:t>
            </a: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LABORATORIO</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ADMINISTRAR SALAS EN WEBEX</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Clr>
                <a:srgbClr val="4590B8"/>
              </a:buClr>
              <a:buSzPct val="92000"/>
              <a:buFont typeface="Wingdings 2" panose="05020102010507070707" pitchFamily="18" charset="2"/>
              <a:buChar char=""/>
              <a:defRPr/>
            </a:pPr>
            <a:r>
              <a:rPr lang="es-ES" sz="1200" b="1" dirty="0">
                <a:solidFill>
                  <a:schemeClr val="bg1"/>
                </a:solidFill>
                <a:latin typeface="Gill Sans MT" panose="020B0502020104020203"/>
              </a:rPr>
              <a:t>IMPLEMENTACIÓN DE API REST EN CISCO PACKET TRACER</a:t>
            </a: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s-ES" sz="1200" b="1"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s-ES" sz="1200" b="1" i="0" u="none" strike="noStrike" kern="1200" cap="none" spc="0" normalizeH="0" baseline="0" noProof="0" dirty="0">
              <a:ln>
                <a:noFill/>
              </a:ln>
              <a:solidFill>
                <a:schemeClr val="bg1"/>
              </a:solidFill>
              <a:effectLst/>
              <a:uLnTx/>
              <a:uFillTx/>
              <a:latin typeface="Gill Sans MT" panose="020B0502020104020203"/>
            </a:endParaRPr>
          </a:p>
        </p:txBody>
      </p:sp>
      <p:pic>
        <p:nvPicPr>
          <p:cNvPr id="4" name="Imagen 3" descr="Connect Three Routers In Cisco Packet Tracer">
            <a:extLst>
              <a:ext uri="{FF2B5EF4-FFF2-40B4-BE49-F238E27FC236}">
                <a16:creationId xmlns:a16="http://schemas.microsoft.com/office/drawing/2014/main" id="{82742BF0-FA12-26C9-08B4-FD89E24BF37B}"/>
              </a:ext>
            </a:extLst>
          </p:cNvPr>
          <p:cNvPicPr>
            <a:picLocks noChangeAspect="1"/>
          </p:cNvPicPr>
          <p:nvPr/>
        </p:nvPicPr>
        <p:blipFill>
          <a:blip r:embed="rId2"/>
          <a:stretch>
            <a:fillRect/>
          </a:stretch>
        </p:blipFill>
        <p:spPr>
          <a:xfrm>
            <a:off x="2301631" y="3839552"/>
            <a:ext cx="4814276" cy="2715357"/>
          </a:xfrm>
          <a:prstGeom prst="rect">
            <a:avLst/>
          </a:prstGeom>
        </p:spPr>
      </p:pic>
    </p:spTree>
    <p:extLst>
      <p:ext uri="{BB962C8B-B14F-4D97-AF65-F5344CB8AC3E}">
        <p14:creationId xmlns:p14="http://schemas.microsoft.com/office/powerpoint/2010/main" val="1995931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180496"/>
            <a:ext cx="8589441" cy="1380851"/>
          </a:xfrm>
        </p:spPr>
        <p:txBody>
          <a:bodyPr vert="horz" lIns="91440" tIns="45720" rIns="91440" bIns="45720" rtlCol="0" anchor="ctr">
            <a:noAutofit/>
          </a:bodyPr>
          <a:lstStyle/>
          <a:p>
            <a:pPr marL="305435" indent="-305435" algn="just">
              <a:buFont typeface="Wingdings 2" panose="05050102010706020507" pitchFamily="18" charset="2"/>
              <a:buChar char=""/>
            </a:pPr>
            <a:r>
              <a:rPr lang="es-ES" dirty="0">
                <a:ea typeface="+mn-lt"/>
                <a:cs typeface="+mn-lt"/>
              </a:rPr>
              <a:t>Parte 1: Obtener su token de acceso de </a:t>
            </a:r>
            <a:r>
              <a:rPr lang="es-ES" dirty="0" err="1">
                <a:ea typeface="+mn-lt"/>
                <a:cs typeface="+mn-lt"/>
              </a:rPr>
              <a:t>Webex</a:t>
            </a:r>
            <a:r>
              <a:rPr lang="es-ES" dirty="0">
                <a:ea typeface="+mn-lt"/>
                <a:cs typeface="+mn-lt"/>
              </a:rPr>
              <a:t>.</a:t>
            </a:r>
            <a:endParaRPr lang="es" sz="1200" dirty="0">
              <a:ea typeface="+mn-lt"/>
              <a:cs typeface="+mn-lt"/>
            </a:endParaRPr>
          </a:p>
          <a:p>
            <a:pPr marL="305435" indent="-305435" algn="just">
              <a:buFont typeface="Wingdings 2" panose="05050102010706020507" pitchFamily="18" charset="2"/>
              <a:buChar char=""/>
            </a:pPr>
            <a:r>
              <a:rPr lang="es-ES" dirty="0">
                <a:ea typeface="+mn-lt"/>
                <a:cs typeface="+mn-lt"/>
              </a:rPr>
              <a:t>En esta parte</a:t>
            </a:r>
            <a:r>
              <a:rPr lang="es-ES" dirty="0">
                <a:effectLst/>
                <a:ea typeface="+mn-lt"/>
                <a:cs typeface="+mn-lt"/>
              </a:rPr>
              <a:t>, se </a:t>
            </a:r>
            <a:r>
              <a:rPr lang="es-ES" dirty="0">
                <a:ea typeface="+mn-lt"/>
                <a:cs typeface="+mn-lt"/>
              </a:rPr>
              <a:t>registra o inicia sesión en su cuenta de </a:t>
            </a:r>
            <a:r>
              <a:rPr lang="es-ES" dirty="0" err="1">
                <a:ea typeface="+mn-lt"/>
                <a:cs typeface="+mn-lt"/>
              </a:rPr>
              <a:t>Webex</a:t>
            </a:r>
            <a:r>
              <a:rPr lang="es-ES" dirty="0">
                <a:ea typeface="+mn-lt"/>
                <a:cs typeface="+mn-lt"/>
              </a:rPr>
              <a:t>, explora la documentación </a:t>
            </a:r>
            <a:r>
              <a:rPr lang="es-ES" dirty="0">
                <a:effectLst/>
                <a:ea typeface="+mn-lt"/>
                <a:cs typeface="+mn-lt"/>
              </a:rPr>
              <a:t>de la </a:t>
            </a:r>
            <a:r>
              <a:rPr lang="es-ES" dirty="0">
                <a:ea typeface="+mn-lt"/>
                <a:cs typeface="+mn-lt"/>
              </a:rPr>
              <a:t>API, obtiene su token de acceso y, a continuación, prueba el token </a:t>
            </a:r>
            <a:r>
              <a:rPr lang="es-ES" dirty="0">
                <a:effectLst/>
                <a:ea typeface="+mn-lt"/>
                <a:cs typeface="+mn-lt"/>
              </a:rPr>
              <a:t>de </a:t>
            </a:r>
            <a:r>
              <a:rPr lang="es-ES" dirty="0">
                <a:ea typeface="+mn-lt"/>
                <a:cs typeface="+mn-lt"/>
              </a:rPr>
              <a:t>acceso que utilizará en sus llamadas a la API.</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a:ln>
                  <a:noFill/>
                </a:ln>
                <a:solidFill>
                  <a:srgbClr val="FFFF00"/>
                </a:solidFill>
                <a:effectLst/>
                <a:uLnTx/>
                <a:uFillTx/>
                <a:latin typeface="Gill Sans MT" panose="020B0502020104020203"/>
                <a:ea typeface="+mn-ea"/>
                <a:cs typeface="+mn-cs"/>
              </a:rPr>
              <a:t>MARCO TEÓRICO</a:t>
            </a:r>
            <a:endParaRPr lang="es-ES" sz="120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a:solidFill>
                  <a:srgbClr val="FFFF00"/>
                </a:solidFill>
                <a:latin typeface="Gill Sans MT" panose="020B0502020104020203"/>
              </a:rPr>
              <a:t>LABORATORIO</a:t>
            </a:r>
            <a:endParaRPr lang="en-US" sz="1200">
              <a:solidFill>
                <a:srgbClr val="FFFF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chemeClr val="bg1"/>
              </a:solidFill>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Cisco takes on Teams and Slack with Webex - Techzine Global">
            <a:extLst>
              <a:ext uri="{FF2B5EF4-FFF2-40B4-BE49-F238E27FC236}">
                <a16:creationId xmlns:a16="http://schemas.microsoft.com/office/drawing/2014/main" id="{B1141D62-084B-3FD3-EDE5-B55A39AA0C0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770" y="3848071"/>
            <a:ext cx="4124493" cy="2307773"/>
          </a:xfrm>
          <a:prstGeom prst="rect">
            <a:avLst/>
          </a:prstGeom>
          <a:noFill/>
          <a:ln>
            <a:noFill/>
          </a:ln>
        </p:spPr>
      </p:pic>
    </p:spTree>
    <p:extLst>
      <p:ext uri="{BB962C8B-B14F-4D97-AF65-F5344CB8AC3E}">
        <p14:creationId xmlns:p14="http://schemas.microsoft.com/office/powerpoint/2010/main" val="865893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180497"/>
            <a:ext cx="8589441" cy="1248504"/>
          </a:xfrm>
        </p:spPr>
        <p:txBody>
          <a:bodyPr>
            <a:normAutofit fontScale="85000" lnSpcReduction="20000"/>
          </a:bodyPr>
          <a:lstStyle/>
          <a:p>
            <a:pPr marL="305435" indent="-305435" algn="just">
              <a:buFont typeface="Wingdings 2" panose="05050102010706020507" pitchFamily="18" charset="2"/>
              <a:buChar char=""/>
            </a:pPr>
            <a:r>
              <a:rPr lang="es-ES" dirty="0">
                <a:ea typeface="+mn-lt"/>
                <a:cs typeface="+mn-lt"/>
              </a:rPr>
              <a:t>Paso </a:t>
            </a:r>
            <a:r>
              <a:rPr lang="es-ES" sz="1800" dirty="0">
                <a:effectLst/>
                <a:ea typeface="+mn-lt"/>
                <a:cs typeface="+mn-lt"/>
              </a:rPr>
              <a:t>1</a:t>
            </a:r>
            <a:r>
              <a:rPr lang="es-ES" dirty="0">
                <a:ea typeface="+mn-lt"/>
                <a:cs typeface="+mn-lt"/>
              </a:rPr>
              <a:t>: Iniciar sesión en </a:t>
            </a:r>
            <a:r>
              <a:rPr lang="es-ES" dirty="0" err="1">
                <a:ea typeface="+mn-lt"/>
                <a:cs typeface="+mn-lt"/>
              </a:rPr>
              <a:t>Webex</a:t>
            </a:r>
            <a:r>
              <a:rPr lang="es-ES" sz="1800" dirty="0">
                <a:effectLst/>
                <a:ea typeface="+mn-lt"/>
                <a:cs typeface="+mn-lt"/>
              </a:rPr>
              <a:t>.</a:t>
            </a:r>
            <a:endParaRPr lang="es-ES" dirty="0">
              <a:ea typeface="+mn-lt"/>
              <a:cs typeface="+mn-lt"/>
            </a:endParaRPr>
          </a:p>
          <a:p>
            <a:pPr marL="305435" indent="-305435" algn="just">
              <a:buFont typeface="Wingdings 2" panose="05050102010706020507" pitchFamily="18" charset="2"/>
              <a:buChar char=""/>
            </a:pPr>
            <a:r>
              <a:rPr lang="es-ES" dirty="0">
                <a:ea typeface="+mn-lt"/>
                <a:cs typeface="+mn-lt"/>
              </a:rPr>
              <a:t>a.    Abra </a:t>
            </a:r>
            <a:r>
              <a:rPr lang="es-ES" sz="1800" dirty="0">
                <a:effectLst/>
                <a:ea typeface="+mn-lt"/>
                <a:cs typeface="+mn-lt"/>
              </a:rPr>
              <a:t>el </a:t>
            </a:r>
            <a:r>
              <a:rPr lang="es-ES" dirty="0">
                <a:ea typeface="+mn-lt"/>
                <a:cs typeface="+mn-lt"/>
              </a:rPr>
              <a:t>navegador web </a:t>
            </a:r>
            <a:r>
              <a:rPr lang="es-ES" dirty="0" err="1">
                <a:ea typeface="+mn-lt"/>
                <a:cs typeface="+mn-lt"/>
              </a:rPr>
              <a:t>Chromium</a:t>
            </a:r>
            <a:r>
              <a:rPr lang="es-ES" dirty="0">
                <a:ea typeface="+mn-lt"/>
                <a:cs typeface="+mn-lt"/>
              </a:rPr>
              <a:t>.</a:t>
            </a:r>
            <a:endParaRPr lang="es-ES" dirty="0"/>
          </a:p>
          <a:p>
            <a:pPr marL="305435" indent="-305435" algn="just">
              <a:buFont typeface="Wingdings 2" panose="05050102010706020507" pitchFamily="18" charset="2"/>
              <a:buChar char=""/>
            </a:pPr>
            <a:r>
              <a:rPr lang="es-ES" dirty="0">
                <a:ea typeface="+mn-lt"/>
                <a:cs typeface="+mn-lt"/>
              </a:rPr>
              <a:t>b.    Vaya al sitio web </a:t>
            </a:r>
            <a:r>
              <a:rPr lang="es-ES" sz="1800" dirty="0">
                <a:effectLst/>
                <a:ea typeface="+mn-lt"/>
                <a:cs typeface="+mn-lt"/>
              </a:rPr>
              <a:t>del </a:t>
            </a:r>
            <a:r>
              <a:rPr lang="es-ES" dirty="0">
                <a:ea typeface="+mn-lt"/>
                <a:cs typeface="+mn-lt"/>
              </a:rPr>
              <a:t>desarrollador de </a:t>
            </a:r>
            <a:r>
              <a:rPr lang="es-ES" dirty="0" err="1">
                <a:ea typeface="+mn-lt"/>
                <a:cs typeface="+mn-lt"/>
              </a:rPr>
              <a:t>Webex</a:t>
            </a:r>
            <a:r>
              <a:rPr lang="es-ES" dirty="0">
                <a:ea typeface="+mn-lt"/>
                <a:cs typeface="+mn-lt"/>
              </a:rPr>
              <a:t>: </a:t>
            </a:r>
            <a:r>
              <a:rPr lang="es-ES" dirty="0">
                <a:ea typeface="+mn-lt"/>
                <a:cs typeface="+mn-lt"/>
                <a:hlinkClick r:id="rId2">
                  <a:extLst>
                    <a:ext uri="{A12FA001-AC4F-418D-AE19-62706E023703}">
                      <ahyp:hlinkClr xmlns:ahyp="http://schemas.microsoft.com/office/drawing/2018/hyperlinkcolor" val="tx"/>
                    </a:ext>
                  </a:extLst>
                </a:hlinkClick>
              </a:rPr>
              <a:t>https://developer.webex.com/</a:t>
            </a:r>
            <a:endParaRPr lang="es-ES"/>
          </a:p>
          <a:p>
            <a:pPr marL="305435" indent="-305435" algn="just">
              <a:buFont typeface="Wingdings 2" panose="05050102010706020507" pitchFamily="18" charset="2"/>
              <a:buChar char=""/>
            </a:pPr>
            <a:r>
              <a:rPr lang="es-ES" dirty="0">
                <a:ea typeface="+mn-lt"/>
                <a:cs typeface="+mn-lt"/>
              </a:rPr>
              <a:t>c.    Inicie sesión si ya tiene una cuenta. Si no es así, siga </a:t>
            </a:r>
            <a:r>
              <a:rPr lang="es-ES" sz="1800" dirty="0">
                <a:effectLst/>
                <a:ea typeface="+mn-lt"/>
                <a:cs typeface="+mn-lt"/>
              </a:rPr>
              <a:t>el </a:t>
            </a:r>
            <a:r>
              <a:rPr lang="es-ES" dirty="0">
                <a:ea typeface="+mn-lt"/>
                <a:cs typeface="+mn-lt"/>
              </a:rPr>
              <a:t>proceso </a:t>
            </a:r>
            <a:r>
              <a:rPr lang="es-ES" sz="1800" dirty="0">
                <a:effectLst/>
                <a:ea typeface="+mn-lt"/>
                <a:cs typeface="+mn-lt"/>
              </a:rPr>
              <a:t>de </a:t>
            </a:r>
            <a:r>
              <a:rPr lang="es-ES" dirty="0">
                <a:ea typeface="+mn-lt"/>
                <a:cs typeface="+mn-lt"/>
              </a:rPr>
              <a:t>registro</a:t>
            </a:r>
            <a:r>
              <a:rPr lang="es-ES" sz="1800" dirty="0">
                <a:effectLst/>
                <a:ea typeface="+mn-lt"/>
                <a:cs typeface="+mn-lt"/>
              </a:rPr>
              <a:t>.</a:t>
            </a:r>
            <a:endParaRPr lang="es-ES" dirty="0">
              <a:ea typeface="+mn-lt"/>
              <a:cs typeface="+mn-lt"/>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FFFF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i="0" u="none" strike="noStrike" kern="1200" cap="none" spc="0" normalizeH="0" baseline="0" noProof="0" dirty="0">
              <a:ln>
                <a:noFill/>
              </a:ln>
              <a:solidFill>
                <a:srgbClr val="FFFF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chemeClr val="bg1"/>
              </a:solidFill>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a:extLst>
              <a:ext uri="{FF2B5EF4-FFF2-40B4-BE49-F238E27FC236}">
                <a16:creationId xmlns:a16="http://schemas.microsoft.com/office/drawing/2014/main" id="{C71F5FC3-BF52-92DE-98F2-34922422ABB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9481" y="3571900"/>
            <a:ext cx="3534598" cy="3048532"/>
          </a:xfrm>
          <a:prstGeom prst="rect">
            <a:avLst/>
          </a:prstGeom>
          <a:noFill/>
        </p:spPr>
      </p:pic>
      <p:pic>
        <p:nvPicPr>
          <p:cNvPr id="7" name="Imagen 6">
            <a:extLst>
              <a:ext uri="{FF2B5EF4-FFF2-40B4-BE49-F238E27FC236}">
                <a16:creationId xmlns:a16="http://schemas.microsoft.com/office/drawing/2014/main" id="{B9848B8B-B156-93A2-6722-6B712DB1DE4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9069" y="3571900"/>
            <a:ext cx="4187825" cy="2639695"/>
          </a:xfrm>
          <a:prstGeom prst="rect">
            <a:avLst/>
          </a:prstGeom>
          <a:noFill/>
        </p:spPr>
      </p:pic>
    </p:spTree>
    <p:extLst>
      <p:ext uri="{BB962C8B-B14F-4D97-AF65-F5344CB8AC3E}">
        <p14:creationId xmlns:p14="http://schemas.microsoft.com/office/powerpoint/2010/main" val="2372064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88914"/>
            <a:ext cx="8589441" cy="1248504"/>
          </a:xfrm>
        </p:spPr>
        <p:txBody>
          <a:bodyPr>
            <a:normAutofit fontScale="77500" lnSpcReduction="20000"/>
          </a:bodyPr>
          <a:lstStyle/>
          <a:p>
            <a:pPr marL="305435" indent="-305435" algn="just">
              <a:buFont typeface="Wingdings 2" panose="05050102010706020507" pitchFamily="18" charset="2"/>
              <a:buChar char=""/>
            </a:pPr>
            <a:r>
              <a:rPr lang="es-ES" dirty="0">
                <a:ea typeface="+mn-lt"/>
                <a:cs typeface="+mn-lt"/>
              </a:rPr>
              <a:t>Paso </a:t>
            </a:r>
            <a:r>
              <a:rPr lang="es-ES" sz="1800" dirty="0">
                <a:effectLst/>
                <a:ea typeface="+mn-lt"/>
                <a:cs typeface="+mn-lt"/>
              </a:rPr>
              <a:t>2</a:t>
            </a:r>
            <a:r>
              <a:rPr lang="es-ES" dirty="0">
                <a:ea typeface="+mn-lt"/>
                <a:cs typeface="+mn-lt"/>
              </a:rPr>
              <a:t>: Explorar </a:t>
            </a:r>
            <a:r>
              <a:rPr lang="es-ES" sz="1800" dirty="0">
                <a:effectLst/>
                <a:ea typeface="+mn-lt"/>
                <a:cs typeface="+mn-lt"/>
              </a:rPr>
              <a:t>la </a:t>
            </a:r>
            <a:r>
              <a:rPr lang="es-ES" dirty="0">
                <a:ea typeface="+mn-lt"/>
                <a:cs typeface="+mn-lt"/>
              </a:rPr>
              <a:t>documentación </a:t>
            </a:r>
            <a:r>
              <a:rPr lang="es-ES" sz="1800" dirty="0">
                <a:effectLst/>
                <a:ea typeface="+mn-lt"/>
                <a:cs typeface="+mn-lt"/>
              </a:rPr>
              <a:t>de </a:t>
            </a:r>
            <a:r>
              <a:rPr lang="es-ES" dirty="0">
                <a:ea typeface="+mn-lt"/>
                <a:cs typeface="+mn-lt"/>
              </a:rPr>
              <a:t>la API.</a:t>
            </a:r>
            <a:endParaRPr lang="es-ES" dirty="0"/>
          </a:p>
          <a:p>
            <a:pPr marL="305435" indent="-305435" algn="just">
              <a:buFont typeface="Wingdings 2" panose="05050102010706020507" pitchFamily="18" charset="2"/>
              <a:buChar char=""/>
            </a:pPr>
            <a:r>
              <a:rPr lang="es-ES" dirty="0">
                <a:ea typeface="+mn-lt"/>
                <a:cs typeface="+mn-lt"/>
              </a:rPr>
              <a:t>a.    Haga clic en Documentación</a:t>
            </a:r>
          </a:p>
          <a:p>
            <a:pPr marL="305435" indent="-305435" algn="just">
              <a:buFont typeface="Wingdings 2" panose="05050102010706020507" pitchFamily="18" charset="2"/>
              <a:buChar char=""/>
            </a:pPr>
            <a:r>
              <a:rPr lang="es-ES" dirty="0" err="1">
                <a:ea typeface="+mn-lt"/>
                <a:cs typeface="+mn-lt"/>
              </a:rPr>
              <a:t>Webex</a:t>
            </a:r>
            <a:r>
              <a:rPr lang="es-ES" dirty="0">
                <a:ea typeface="+mn-lt"/>
                <a:cs typeface="+mn-lt"/>
              </a:rPr>
              <a:t> tiene muchas API que puede usar en sus aplicaciones. Haga clic en la Referencia de API para expandir su submenú. Explore todas las variedades de llamadas API. En este laboratorio, usará la documentación de API para Personas, Salas, Membresía y Mensaje.</a:t>
            </a:r>
            <a:endParaRPr lang="es-ES" dirty="0"/>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i="0" u="none" strike="noStrike" kern="1200" cap="none" spc="0" normalizeH="0" baseline="0" noProof="0" dirty="0">
              <a:ln>
                <a:noFill/>
              </a:ln>
              <a:solidFill>
                <a:srgbClr val="FFFF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chemeClr val="bg1"/>
              </a:solidFill>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7" name="Imagen 6" descr="Interfaz de usuario gráfica, Texto&#10;&#10;El contenido generado por inteligencia artificial puede ser incorrecto.">
            <a:extLst>
              <a:ext uri="{FF2B5EF4-FFF2-40B4-BE49-F238E27FC236}">
                <a16:creationId xmlns:a16="http://schemas.microsoft.com/office/drawing/2014/main" id="{94FCD848-317A-B483-20E6-F69203696B44}"/>
              </a:ext>
            </a:extLst>
          </p:cNvPr>
          <p:cNvPicPr>
            <a:picLocks noChangeAspect="1"/>
          </p:cNvPicPr>
          <p:nvPr/>
        </p:nvPicPr>
        <p:blipFill>
          <a:blip r:embed="rId2"/>
          <a:stretch>
            <a:fillRect/>
          </a:stretch>
        </p:blipFill>
        <p:spPr>
          <a:xfrm>
            <a:off x="1322917" y="3268133"/>
            <a:ext cx="6561667" cy="3094567"/>
          </a:xfrm>
          <a:prstGeom prst="rect">
            <a:avLst/>
          </a:prstGeom>
        </p:spPr>
      </p:pic>
    </p:spTree>
    <p:extLst>
      <p:ext uri="{BB962C8B-B14F-4D97-AF65-F5344CB8AC3E}">
        <p14:creationId xmlns:p14="http://schemas.microsoft.com/office/powerpoint/2010/main" val="1570658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799497"/>
            <a:ext cx="8589441" cy="1246633"/>
          </a:xfrm>
        </p:spPr>
        <p:txBody>
          <a:bodyPr>
            <a:normAutofit fontScale="62500" lnSpcReduction="20000"/>
          </a:bodyPr>
          <a:lstStyle/>
          <a:p>
            <a:pPr marL="305435" indent="-305435" algn="just">
              <a:buFont typeface="Wingdings 2" panose="05050102010706020507" pitchFamily="18" charset="2"/>
              <a:buChar char=""/>
            </a:pPr>
            <a:r>
              <a:rPr lang="es-ES" dirty="0">
                <a:ea typeface="+mn-lt"/>
                <a:cs typeface="+mn-lt"/>
              </a:rPr>
              <a:t>Paso </a:t>
            </a:r>
            <a:r>
              <a:rPr lang="es-ES" sz="1800" dirty="0">
                <a:effectLst/>
                <a:ea typeface="+mn-lt"/>
                <a:cs typeface="+mn-lt"/>
              </a:rPr>
              <a:t>3</a:t>
            </a:r>
            <a:r>
              <a:rPr lang="es-ES" dirty="0">
                <a:ea typeface="+mn-lt"/>
                <a:cs typeface="+mn-lt"/>
              </a:rPr>
              <a:t>: Obtener su token de acceso</a:t>
            </a:r>
            <a:r>
              <a:rPr lang="es-ES" sz="1800" dirty="0">
                <a:effectLst/>
                <a:ea typeface="+mn-lt"/>
                <a:cs typeface="+mn-lt"/>
              </a:rPr>
              <a:t>.</a:t>
            </a:r>
            <a:endParaRPr lang="es-ES" dirty="0">
              <a:ea typeface="+mn-lt"/>
              <a:cs typeface="+mn-lt"/>
            </a:endParaRPr>
          </a:p>
          <a:p>
            <a:pPr marL="305435" indent="-305435" algn="just">
              <a:buFont typeface="Wingdings 2" panose="05050102010706020507" pitchFamily="18" charset="2"/>
              <a:buChar char=""/>
            </a:pPr>
            <a:r>
              <a:rPr lang="es-ES" sz="1800" dirty="0">
                <a:effectLst/>
                <a:ea typeface="+mn-lt"/>
                <a:cs typeface="+mn-lt"/>
              </a:rPr>
              <a:t>a</a:t>
            </a:r>
            <a:r>
              <a:rPr lang="es-ES" dirty="0">
                <a:ea typeface="+mn-lt"/>
                <a:cs typeface="+mn-lt"/>
              </a:rPr>
              <a:t>.    Aún en Documentación, desplácese hasta el inicio, si lo haya necesario, de clic en Comenzar ubicado bajo la sección API REST.</a:t>
            </a:r>
            <a:endParaRPr lang="es-ES" dirty="0"/>
          </a:p>
          <a:p>
            <a:pPr marL="305435" indent="-305435" algn="just">
              <a:buFont typeface="Wingdings 2" panose="05050102010706020507" pitchFamily="18" charset="2"/>
              <a:buChar char=""/>
            </a:pPr>
            <a:r>
              <a:rPr lang="es-ES" dirty="0">
                <a:ea typeface="+mn-lt"/>
                <a:cs typeface="+mn-lt"/>
              </a:rPr>
              <a:t>b.    En Cuentas y autenticación, observe que </a:t>
            </a:r>
            <a:r>
              <a:rPr lang="es-ES" err="1">
                <a:ea typeface="+mn-lt"/>
                <a:cs typeface="+mn-lt"/>
              </a:rPr>
              <a:t>Webex</a:t>
            </a:r>
            <a:r>
              <a:rPr lang="es-ES" dirty="0">
                <a:ea typeface="+mn-lt"/>
                <a:cs typeface="+mn-lt"/>
              </a:rPr>
              <a:t> admite un token de acceso personal. Se requiere un token de autenticación para todas las llamadas a la API REST. Haga clic en el ícono Copiar en Token de Acceso Personal.</a:t>
            </a:r>
            <a:endParaRPr lang="es-ES" dirty="0"/>
          </a:p>
          <a:p>
            <a:pPr marL="342900" indent="-342900" algn="just">
              <a:lnSpc>
                <a:spcPct val="107000"/>
              </a:lnSpc>
              <a:spcBef>
                <a:spcPts val="0"/>
              </a:spcBef>
              <a:spcAft>
                <a:spcPts val="0"/>
              </a:spcAft>
              <a:buFont typeface="Symbol" panose="05050102010706020507" pitchFamily="18" charset="2"/>
              <a:buChar char=""/>
            </a:pPr>
            <a:r>
              <a:rPr lang="es-ES" dirty="0">
                <a:ea typeface="+mn-lt"/>
                <a:cs typeface="+mn-lt"/>
              </a:rPr>
              <a:t>Nota: Un token de acceso personal proporciona acceso a su cuenta a cualquier persona que la conozca. Asegúrese de mantenerlo en secreto.</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i="0" u="none" strike="noStrike" kern="1200" cap="none" spc="0" normalizeH="0" baseline="0" noProof="0" dirty="0">
              <a:ln>
                <a:noFill/>
              </a:ln>
              <a:solidFill>
                <a:srgbClr val="FFFF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chemeClr val="bg1"/>
              </a:solidFill>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a:extLst>
              <a:ext uri="{FF2B5EF4-FFF2-40B4-BE49-F238E27FC236}">
                <a16:creationId xmlns:a16="http://schemas.microsoft.com/office/drawing/2014/main" id="{BD009472-AE1A-54B3-32A5-E6CF0BE0127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24366" y="3046130"/>
            <a:ext cx="4576445" cy="2051050"/>
          </a:xfrm>
          <a:prstGeom prst="rect">
            <a:avLst/>
          </a:prstGeom>
          <a:noFill/>
        </p:spPr>
      </p:pic>
      <p:pic>
        <p:nvPicPr>
          <p:cNvPr id="7" name="Imagen 6">
            <a:extLst>
              <a:ext uri="{FF2B5EF4-FFF2-40B4-BE49-F238E27FC236}">
                <a16:creationId xmlns:a16="http://schemas.microsoft.com/office/drawing/2014/main" id="{9FF6036A-9812-B18F-8D4D-F89AF06CA354}"/>
              </a:ext>
            </a:extLst>
          </p:cNvPr>
          <p:cNvPicPr>
            <a:picLocks noChangeAspect="1"/>
          </p:cNvPicPr>
          <p:nvPr/>
        </p:nvPicPr>
        <p:blipFill>
          <a:blip r:embed="rId3"/>
          <a:stretch>
            <a:fillRect/>
          </a:stretch>
        </p:blipFill>
        <p:spPr>
          <a:xfrm>
            <a:off x="1988425" y="5840090"/>
            <a:ext cx="6538628" cy="512349"/>
          </a:xfrm>
          <a:prstGeom prst="rect">
            <a:avLst/>
          </a:prstGeom>
        </p:spPr>
      </p:pic>
    </p:spTree>
    <p:extLst>
      <p:ext uri="{BB962C8B-B14F-4D97-AF65-F5344CB8AC3E}">
        <p14:creationId xmlns:p14="http://schemas.microsoft.com/office/powerpoint/2010/main" val="97457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64775" y="1912498"/>
            <a:ext cx="8589441" cy="1810937"/>
          </a:xfrm>
        </p:spPr>
        <p:txBody>
          <a:bodyPr vert="horz" lIns="91440" tIns="45720" rIns="91440" bIns="45720" rtlCol="0" anchor="ctr">
            <a:noAutofit/>
          </a:bodyPr>
          <a:lstStyle/>
          <a:p>
            <a:pPr marL="305435" indent="-305435" algn="just">
              <a:buFont typeface="Wingdings 2" panose="05050102010706020507" pitchFamily="18" charset="2"/>
              <a:buChar char=""/>
            </a:pPr>
            <a:r>
              <a:rPr lang="es-ES" sz="1400" dirty="0">
                <a:ea typeface="+mn-lt"/>
                <a:cs typeface="+mn-lt"/>
              </a:rPr>
              <a:t>Paso 4: Prueba su token de acceso en el sitio del desarrollador.</a:t>
            </a:r>
          </a:p>
          <a:p>
            <a:pPr marL="305435" indent="-305435" algn="just">
              <a:buFont typeface="Wingdings 2" panose="05050102010706020507" pitchFamily="18" charset="2"/>
              <a:buChar char=""/>
            </a:pPr>
            <a:r>
              <a:rPr lang="es-ES" sz="1400" dirty="0">
                <a:ea typeface="+mn-lt"/>
                <a:cs typeface="+mn-lt"/>
              </a:rPr>
              <a:t>Puede probar su token de acceso dentro de la documentación de </a:t>
            </a:r>
            <a:r>
              <a:rPr lang="es-ES" sz="1400" dirty="0" err="1">
                <a:ea typeface="+mn-lt"/>
                <a:cs typeface="+mn-lt"/>
              </a:rPr>
              <a:t>OpenAPI</a:t>
            </a:r>
            <a:r>
              <a:rPr lang="es-ES" sz="1400" dirty="0">
                <a:ea typeface="+mn-lt"/>
                <a:cs typeface="+mn-lt"/>
              </a:rPr>
              <a:t> en </a:t>
            </a:r>
            <a:r>
              <a:rPr lang="es-ES" sz="1400" dirty="0">
                <a:ea typeface="+mn-lt"/>
                <a:cs typeface="+mn-lt"/>
                <a:hlinkClick r:id="rId2"/>
              </a:rPr>
              <a:t>https://developer.webex.com</a:t>
            </a:r>
            <a:r>
              <a:rPr lang="es-ES" sz="1400" dirty="0">
                <a:effectLst/>
                <a:ea typeface="+mn-lt"/>
                <a:cs typeface="+mn-lt"/>
              </a:rPr>
              <a:t>.</a:t>
            </a:r>
            <a:endParaRPr lang="es-ES" sz="1400">
              <a:ea typeface="+mn-lt"/>
              <a:cs typeface="+mn-lt"/>
            </a:endParaRPr>
          </a:p>
          <a:p>
            <a:pPr marL="305435" indent="-305435" algn="just">
              <a:buFont typeface="Wingdings 2" panose="05050102010706020507" pitchFamily="18" charset="2"/>
              <a:buChar char=""/>
            </a:pPr>
            <a:r>
              <a:rPr lang="es-ES" sz="1400" dirty="0">
                <a:ea typeface="+mn-lt"/>
                <a:cs typeface="+mn-lt"/>
              </a:rPr>
              <a:t>a.    Vuelva a su navegador y haga clic en Documentación, si es necesario</a:t>
            </a:r>
            <a:r>
              <a:rPr lang="es-ES" sz="1400" dirty="0">
                <a:effectLst/>
                <a:ea typeface="+mn-lt"/>
                <a:cs typeface="+mn-lt"/>
              </a:rPr>
              <a:t>.</a:t>
            </a:r>
            <a:r>
              <a:rPr lang="es-ES" sz="1400" dirty="0">
                <a:ea typeface="+mn-lt"/>
                <a:cs typeface="+mn-lt"/>
              </a:rPr>
              <a:t> En Referencia de API, haga clic en Personas y, a continuación, haga clic en Obtener mis propios detalles. En el panel Probar en el extremo derecho, observe que su token ya está al tope. Puede hacer clic en Probar o Ejecutar para verificar su acceso. Verá la respuesta con su información personal.</a:t>
            </a:r>
          </a:p>
          <a:p>
            <a:pPr marL="342900" indent="-342900" algn="just">
              <a:lnSpc>
                <a:spcPct val="107000"/>
              </a:lnSpc>
              <a:spcBef>
                <a:spcPts val="0"/>
              </a:spcBef>
              <a:spcAft>
                <a:spcPts val="0"/>
              </a:spcAft>
              <a:buFont typeface="Symbol" panose="05050102010706020507" pitchFamily="18" charset="2"/>
              <a:buChar char=""/>
            </a:pPr>
            <a:endParaRPr lang="es-ES" sz="1400" dirty="0">
              <a:latin typeface="Cambria"/>
              <a:ea typeface="Calibri"/>
              <a:cs typeface="Times New Roman"/>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i="0" u="none" strike="noStrike" kern="1200" cap="none" spc="0" normalizeH="0" baseline="0" noProof="0" dirty="0">
              <a:ln>
                <a:noFill/>
              </a:ln>
              <a:solidFill>
                <a:srgbClr val="FFFF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chemeClr val="bg1"/>
              </a:solidFill>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Interfaz de usuario gráfica, Texto, Aplicación, Sitio web&#10;&#10;El contenido generado por inteligencia artificial puede ser incorrecto.">
            <a:extLst>
              <a:ext uri="{FF2B5EF4-FFF2-40B4-BE49-F238E27FC236}">
                <a16:creationId xmlns:a16="http://schemas.microsoft.com/office/drawing/2014/main" id="{0FAF59A4-F9C7-61BD-1518-915ED0814BC5}"/>
              </a:ext>
            </a:extLst>
          </p:cNvPr>
          <p:cNvPicPr>
            <a:picLocks noChangeAspect="1"/>
          </p:cNvPicPr>
          <p:nvPr/>
        </p:nvPicPr>
        <p:blipFill>
          <a:blip r:embed="rId3"/>
          <a:stretch>
            <a:fillRect/>
          </a:stretch>
        </p:blipFill>
        <p:spPr>
          <a:xfrm>
            <a:off x="1064683" y="3587221"/>
            <a:ext cx="7162800" cy="3133725"/>
          </a:xfrm>
          <a:prstGeom prst="rect">
            <a:avLst/>
          </a:prstGeom>
        </p:spPr>
      </p:pic>
    </p:spTree>
    <p:extLst>
      <p:ext uri="{BB962C8B-B14F-4D97-AF65-F5344CB8AC3E}">
        <p14:creationId xmlns:p14="http://schemas.microsoft.com/office/powerpoint/2010/main" val="2559156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032330"/>
            <a:ext cx="8589441" cy="1248504"/>
          </a:xfrm>
        </p:spPr>
        <p:txBody>
          <a:bodyPr>
            <a:normAutofit/>
          </a:bodyPr>
          <a:lstStyle/>
          <a:p>
            <a:pPr marL="305435" indent="-305435" algn="just">
              <a:buFont typeface="Wingdings 2" panose="05050102010706020507" pitchFamily="18" charset="2"/>
              <a:buChar char=""/>
            </a:pPr>
            <a:r>
              <a:rPr lang="es-ES" dirty="0">
                <a:ea typeface="+mn-lt"/>
                <a:cs typeface="+mn-lt"/>
              </a:rPr>
              <a:t>Paso 5: Utilizar una secuencia de comandos de Python para probar su token de acceso.</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a:p>
            <a:pPr marL="305435" indent="-305435" algn="just">
              <a:buFont typeface="Wingdings 2" panose="05050102010706020507" pitchFamily="18" charset="2"/>
              <a:buChar char=""/>
            </a:pPr>
            <a:r>
              <a:rPr lang="es-ES" dirty="0">
                <a:ea typeface="+mn-lt"/>
                <a:cs typeface="+mn-lt"/>
              </a:rPr>
              <a:t>a.    Abra Código VS</a:t>
            </a:r>
            <a:r>
              <a:rPr lang="es-ES" sz="1800" dirty="0">
                <a:effectLst/>
                <a:ea typeface="+mn-lt"/>
                <a:cs typeface="+mn-lt"/>
              </a:rPr>
              <a:t>.</a:t>
            </a:r>
            <a:r>
              <a:rPr lang="es-ES" dirty="0">
                <a:ea typeface="+mn-lt"/>
                <a:cs typeface="+mn-lt"/>
              </a:rPr>
              <a:t> A continuación</a:t>
            </a:r>
            <a:r>
              <a:rPr lang="es-ES" sz="1800" dirty="0">
                <a:effectLst/>
                <a:ea typeface="+mn-lt"/>
                <a:cs typeface="+mn-lt"/>
              </a:rPr>
              <a:t>, </a:t>
            </a:r>
            <a:r>
              <a:rPr lang="es-ES" dirty="0">
                <a:ea typeface="+mn-lt"/>
                <a:cs typeface="+mn-lt"/>
              </a:rPr>
              <a:t>haga clic en Archivo &gt; Abrir carpeta... </a:t>
            </a:r>
            <a:r>
              <a:rPr lang="es-ES" sz="1800" dirty="0">
                <a:effectLst/>
                <a:ea typeface="+mn-lt"/>
                <a:cs typeface="+mn-lt"/>
              </a:rPr>
              <a:t>y </a:t>
            </a:r>
            <a:r>
              <a:rPr lang="es-ES" dirty="0">
                <a:ea typeface="+mn-lt"/>
                <a:cs typeface="+mn-lt"/>
              </a:rPr>
              <a:t>navegue al directorio </a:t>
            </a:r>
            <a:r>
              <a:rPr lang="es-ES" dirty="0" err="1">
                <a:ea typeface="+mn-lt"/>
                <a:cs typeface="+mn-lt"/>
              </a:rPr>
              <a:t>devnet</a:t>
            </a:r>
            <a:r>
              <a:rPr lang="es-ES" dirty="0">
                <a:ea typeface="+mn-lt"/>
                <a:cs typeface="+mn-lt"/>
              </a:rPr>
              <a:t>- </a:t>
            </a:r>
            <a:r>
              <a:rPr lang="es-ES" dirty="0" err="1">
                <a:ea typeface="+mn-lt"/>
                <a:cs typeface="+mn-lt"/>
              </a:rPr>
              <a:t>src</a:t>
            </a:r>
            <a:r>
              <a:rPr lang="es-ES" dirty="0">
                <a:ea typeface="+mn-lt"/>
                <a:cs typeface="+mn-lt"/>
              </a:rPr>
              <a:t>/</a:t>
            </a:r>
            <a:r>
              <a:rPr lang="es-ES" dirty="0" err="1">
                <a:ea typeface="+mn-lt"/>
                <a:cs typeface="+mn-lt"/>
              </a:rPr>
              <a:t>webex-teams</a:t>
            </a:r>
            <a:r>
              <a:rPr lang="es-ES" dirty="0">
                <a:ea typeface="+mn-lt"/>
                <a:cs typeface="+mn-lt"/>
              </a:rPr>
              <a:t>. Haga clic </a:t>
            </a:r>
            <a:r>
              <a:rPr lang="es-ES" sz="1800" dirty="0">
                <a:effectLst/>
                <a:ea typeface="+mn-lt"/>
                <a:cs typeface="+mn-lt"/>
              </a:rPr>
              <a:t>en </a:t>
            </a:r>
            <a:r>
              <a:rPr lang="es-ES" dirty="0">
                <a:ea typeface="+mn-lt"/>
                <a:cs typeface="+mn-lt"/>
              </a:rPr>
              <a:t>Aceptar</a:t>
            </a:r>
            <a:r>
              <a:rPr lang="es-ES" sz="1800" dirty="0">
                <a:effectLst/>
                <a:ea typeface="+mn-lt"/>
                <a:cs typeface="+mn-lt"/>
              </a:rPr>
              <a:t>.</a:t>
            </a:r>
            <a:endParaRPr lang="es-ES" dirty="0">
              <a:ea typeface="+mn-lt"/>
              <a:cs typeface="+mn-lt"/>
            </a:endParaRPr>
          </a:p>
          <a:p>
            <a:pPr marL="342900" marR="0" lvl="0" indent="-342900" algn="just">
              <a:lnSpc>
                <a:spcPct val="107000"/>
              </a:lnSpc>
              <a:spcBef>
                <a:spcPts val="0"/>
              </a:spcBef>
              <a:spcAft>
                <a:spcPts val="0"/>
              </a:spcAft>
              <a:buFont typeface="Symbol" panose="05050102010706020507" pitchFamily="18" charset="2"/>
              <a:buChar char=""/>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rgbClr val="0000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rgbClr val="0000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i="0" u="none" strike="noStrike" kern="1200" cap="none" spc="0" normalizeH="0" baseline="0" noProof="0" dirty="0">
              <a:ln>
                <a:noFill/>
              </a:ln>
              <a:solidFill>
                <a:srgbClr val="FFFF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rgbClr val="000000"/>
              </a:solidFill>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Texto&#10;&#10;El contenido generado por IA puede ser incorrecto.">
            <a:extLst>
              <a:ext uri="{FF2B5EF4-FFF2-40B4-BE49-F238E27FC236}">
                <a16:creationId xmlns:a16="http://schemas.microsoft.com/office/drawing/2014/main" id="{F4A0F021-9FED-8D27-6D6B-878EE4469200}"/>
              </a:ext>
            </a:extLst>
          </p:cNvPr>
          <p:cNvPicPr>
            <a:picLocks noChangeAspect="1"/>
          </p:cNvPicPr>
          <p:nvPr/>
        </p:nvPicPr>
        <p:blipFill>
          <a:blip r:embed="rId2"/>
          <a:srcRect b="55994"/>
          <a:stretch>
            <a:fillRect/>
          </a:stretch>
        </p:blipFill>
        <p:spPr>
          <a:xfrm>
            <a:off x="2910590" y="3152502"/>
            <a:ext cx="3930644" cy="2822324"/>
          </a:xfrm>
          <a:prstGeom prst="rect">
            <a:avLst/>
          </a:prstGeom>
        </p:spPr>
      </p:pic>
    </p:spTree>
    <p:extLst>
      <p:ext uri="{BB962C8B-B14F-4D97-AF65-F5344CB8AC3E}">
        <p14:creationId xmlns:p14="http://schemas.microsoft.com/office/powerpoint/2010/main" val="3663893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390692" y="1962876"/>
            <a:ext cx="8589441" cy="609601"/>
          </a:xfrm>
        </p:spPr>
        <p:txBody>
          <a:bodyPr>
            <a:normAutofit fontScale="70000" lnSpcReduction="20000"/>
          </a:bodyPr>
          <a:lstStyle/>
          <a:p>
            <a:pPr marL="342900" indent="-342900" algn="just">
              <a:lnSpc>
                <a:spcPct val="107000"/>
              </a:lnSpc>
              <a:spcBef>
                <a:spcPts val="0"/>
              </a:spcBef>
              <a:spcAft>
                <a:spcPts val="0"/>
              </a:spcAft>
              <a:buFont typeface="Symbol" panose="05050102010706020507" pitchFamily="18" charset="2"/>
              <a:buChar char=""/>
            </a:pPr>
            <a:r>
              <a:rPr lang="es-ES" dirty="0">
                <a:ea typeface="+mn-lt"/>
                <a:cs typeface="+mn-lt"/>
              </a:rPr>
              <a:t>b.    En el panel EXPLORADOR, ahora debería ver todos los archivos.py marcadores de posición que utilizará en este laboratorio. Haga clic en el archivo authentciation.py. Coloque el código siguiente en el archivo</a:t>
            </a:r>
            <a:r>
              <a:rPr lang="es-ES" sz="1800" dirty="0">
                <a:effectLst/>
                <a:ea typeface="+mn-lt"/>
                <a:cs typeface="+mn-lt"/>
              </a:rPr>
              <a:t>.</a:t>
            </a:r>
            <a:r>
              <a:rPr lang="es-ES" dirty="0">
                <a:ea typeface="+mn-lt"/>
                <a:cs typeface="+mn-lt"/>
              </a:rPr>
              <a:t> Asegúrese de reemplazar </a:t>
            </a:r>
            <a:r>
              <a:rPr lang="es-ES" dirty="0" err="1">
                <a:ea typeface="+mn-lt"/>
                <a:cs typeface="+mn-lt"/>
              </a:rPr>
              <a:t>su_token_aquí</a:t>
            </a:r>
            <a:r>
              <a:rPr lang="es-ES" dirty="0">
                <a:ea typeface="+mn-lt"/>
                <a:cs typeface="+mn-lt"/>
              </a:rPr>
              <a:t> con su token de acceso personal que copió en el paso anterior y ejecute el script</a:t>
            </a:r>
            <a:r>
              <a:rPr lang="es-ES" sz="1800" dirty="0">
                <a:effectLst/>
                <a:ea typeface="+mn-lt"/>
                <a:cs typeface="+mn-lt"/>
              </a:rPr>
              <a:t>.</a:t>
            </a: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dirty="0">
              <a:solidFill>
                <a:srgbClr val="FFFF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6" name="Imagen 5">
            <a:extLst>
              <a:ext uri="{FF2B5EF4-FFF2-40B4-BE49-F238E27FC236}">
                <a16:creationId xmlns:a16="http://schemas.microsoft.com/office/drawing/2014/main" id="{8F3027BF-FBCA-E270-CEF3-C95BBC745267}"/>
              </a:ext>
            </a:extLst>
          </p:cNvPr>
          <p:cNvPicPr>
            <a:picLocks noChangeAspect="1"/>
          </p:cNvPicPr>
          <p:nvPr/>
        </p:nvPicPr>
        <p:blipFill rotWithShape="1">
          <a:blip r:embed="rId2">
            <a:extLst>
              <a:ext uri="{28A0092B-C50C-407E-A947-70E740481C1C}">
                <a14:useLocalDpi xmlns:a14="http://schemas.microsoft.com/office/drawing/2010/main" val="0"/>
              </a:ext>
            </a:extLst>
          </a:blip>
          <a:srcRect b="56751"/>
          <a:stretch>
            <a:fillRect/>
          </a:stretch>
        </p:blipFill>
        <p:spPr bwMode="auto">
          <a:xfrm>
            <a:off x="581192" y="2776213"/>
            <a:ext cx="4789170" cy="2202180"/>
          </a:xfrm>
          <a:prstGeom prst="rect">
            <a:avLst/>
          </a:prstGeom>
          <a:noFill/>
          <a:ln>
            <a:noFill/>
          </a:ln>
          <a:extLst>
            <a:ext uri="{53640926-AAD7-44D8-BBD7-CCE9431645EC}">
              <a14:shadowObscured xmlns:a14="http://schemas.microsoft.com/office/drawing/2010/main"/>
            </a:ext>
          </a:extLst>
        </p:spPr>
      </p:pic>
      <p:pic>
        <p:nvPicPr>
          <p:cNvPr id="8" name="Imagen 7">
            <a:extLst>
              <a:ext uri="{FF2B5EF4-FFF2-40B4-BE49-F238E27FC236}">
                <a16:creationId xmlns:a16="http://schemas.microsoft.com/office/drawing/2014/main" id="{5CE03D3B-40F0-B718-70A6-B3AE5944E221}"/>
              </a:ext>
            </a:extLst>
          </p:cNvPr>
          <p:cNvPicPr>
            <a:picLocks noChangeAspect="1"/>
          </p:cNvPicPr>
          <p:nvPr/>
        </p:nvPicPr>
        <p:blipFill rotWithShape="1">
          <a:blip r:embed="rId2">
            <a:extLst>
              <a:ext uri="{28A0092B-C50C-407E-A947-70E740481C1C}">
                <a14:useLocalDpi xmlns:a14="http://schemas.microsoft.com/office/drawing/2010/main" val="0"/>
              </a:ext>
            </a:extLst>
          </a:blip>
          <a:srcRect t="50935"/>
          <a:stretch>
            <a:fillRect/>
          </a:stretch>
        </p:blipFill>
        <p:spPr bwMode="auto">
          <a:xfrm>
            <a:off x="5583090" y="4830793"/>
            <a:ext cx="3687862" cy="192369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61152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471242" y="1892631"/>
            <a:ext cx="8589441" cy="1860219"/>
          </a:xfrm>
        </p:spPr>
        <p:txBody>
          <a:bodyPr>
            <a:normAutofit fontScale="70000" lnSpcReduction="20000"/>
          </a:bodyPr>
          <a:lstStyle/>
          <a:p>
            <a:pPr marL="305435" indent="-305435" algn="just">
              <a:buFont typeface="Wingdings 2" panose="05050102010706020507" pitchFamily="18" charset="2"/>
              <a:buChar char=""/>
            </a:pPr>
            <a:r>
              <a:rPr lang="es-ES" dirty="0">
                <a:ea typeface="+mn-lt"/>
                <a:cs typeface="+mn-lt"/>
              </a:rPr>
              <a:t>Gestionar personas en equipos de </a:t>
            </a:r>
            <a:r>
              <a:rPr lang="es-ES" dirty="0" err="1">
                <a:ea typeface="+mn-lt"/>
                <a:cs typeface="+mn-lt"/>
              </a:rPr>
              <a:t>Webex</a:t>
            </a:r>
            <a:r>
              <a:rPr lang="es-ES" dirty="0">
                <a:ea typeface="+mn-lt"/>
                <a:cs typeface="+mn-lt"/>
              </a:rPr>
              <a:t>.</a:t>
            </a:r>
            <a:endParaRPr lang="es-ES" dirty="0"/>
          </a:p>
          <a:p>
            <a:pPr marL="305435" indent="-305435" algn="just">
              <a:buFont typeface="Wingdings 2" panose="05050102010706020507" pitchFamily="18" charset="2"/>
              <a:buChar char=""/>
            </a:pPr>
            <a:r>
              <a:rPr lang="es-ES" dirty="0">
                <a:ea typeface="+mn-lt"/>
                <a:cs typeface="+mn-lt"/>
              </a:rPr>
              <a:t>En </a:t>
            </a:r>
            <a:r>
              <a:rPr lang="es-ES" dirty="0" err="1">
                <a:ea typeface="+mn-lt"/>
                <a:cs typeface="+mn-lt"/>
              </a:rPr>
              <a:t>Webex</a:t>
            </a:r>
            <a:r>
              <a:rPr lang="es-ES" dirty="0">
                <a:ea typeface="+mn-lt"/>
                <a:cs typeface="+mn-lt"/>
              </a:rPr>
              <a:t>, las personas son usuarios registrados</a:t>
            </a:r>
            <a:r>
              <a:rPr lang="es-ES" sz="1800" dirty="0">
                <a:effectLst/>
                <a:ea typeface="+mn-lt"/>
                <a:cs typeface="+mn-lt"/>
              </a:rPr>
              <a:t>.</a:t>
            </a:r>
            <a:r>
              <a:rPr lang="es-ES" dirty="0">
                <a:ea typeface="+mn-lt"/>
                <a:cs typeface="+mn-lt"/>
              </a:rPr>
              <a:t> A través de </a:t>
            </a:r>
            <a:r>
              <a:rPr lang="es-ES" sz="1800" dirty="0">
                <a:effectLst/>
                <a:ea typeface="+mn-lt"/>
                <a:cs typeface="+mn-lt"/>
              </a:rPr>
              <a:t>la </a:t>
            </a:r>
            <a:r>
              <a:rPr lang="es-ES" dirty="0">
                <a:ea typeface="+mn-lt"/>
                <a:cs typeface="+mn-lt"/>
              </a:rPr>
              <a:t>API, puede recuperar una lista de personas, puede crear una persona, recuperar los detalles de una persona individual, actualizar una persona y eliminar una persona.</a:t>
            </a:r>
            <a:endParaRPr lang="es-ES" dirty="0"/>
          </a:p>
          <a:p>
            <a:pPr marL="305435" indent="-305435" algn="just">
              <a:buFont typeface="Wingdings 2" panose="05050102010706020507" pitchFamily="18" charset="2"/>
              <a:buChar char=""/>
            </a:pPr>
            <a:r>
              <a:rPr lang="es-ES" dirty="0">
                <a:ea typeface="+mn-lt"/>
                <a:cs typeface="+mn-lt"/>
              </a:rPr>
              <a:t>Paso 6: Utilizar un script de Python para enumerar los detalles de un usuario registrado de </a:t>
            </a:r>
            <a:r>
              <a:rPr lang="es-ES" dirty="0" err="1">
                <a:ea typeface="+mn-lt"/>
                <a:cs typeface="+mn-lt"/>
              </a:rPr>
              <a:t>Webex</a:t>
            </a:r>
            <a:r>
              <a:rPr lang="es-ES" dirty="0">
                <a:ea typeface="+mn-lt"/>
                <a:cs typeface="+mn-lt"/>
              </a:rPr>
              <a:t>.</a:t>
            </a:r>
            <a:endParaRPr lang="es-ES" dirty="0"/>
          </a:p>
          <a:p>
            <a:pPr marL="305435" indent="-305435" algn="just">
              <a:buFont typeface="Wingdings 2" panose="05050102010706020507" pitchFamily="18" charset="2"/>
              <a:buChar char=""/>
            </a:pPr>
            <a:r>
              <a:rPr lang="es-ES" dirty="0">
                <a:ea typeface="+mn-lt"/>
                <a:cs typeface="+mn-lt"/>
              </a:rPr>
              <a:t>a.    En Código VS, haga clic en el archivo list-people.py.</a:t>
            </a:r>
            <a:endParaRPr lang="es-ES" dirty="0"/>
          </a:p>
          <a:p>
            <a:pPr marL="305435" indent="-305435" algn="just">
              <a:buFont typeface="Wingdings 2" panose="05050102010706020507" pitchFamily="18" charset="2"/>
              <a:buChar char=""/>
            </a:pPr>
            <a:r>
              <a:rPr lang="es-ES" dirty="0">
                <a:ea typeface="+mn-lt"/>
                <a:cs typeface="+mn-lt"/>
              </a:rPr>
              <a:t>b.    Coloque el código siguiente en el archivo. Asegúrese de reemplazar </a:t>
            </a:r>
            <a:r>
              <a:rPr lang="es-ES" dirty="0" err="1">
                <a:ea typeface="+mn-lt"/>
                <a:cs typeface="+mn-lt"/>
              </a:rPr>
              <a:t>su_token_aquí</a:t>
            </a:r>
            <a:r>
              <a:rPr lang="es-ES" dirty="0">
                <a:ea typeface="+mn-lt"/>
                <a:cs typeface="+mn-lt"/>
              </a:rPr>
              <a:t> con su token </a:t>
            </a:r>
            <a:r>
              <a:rPr lang="es-ES" sz="1800" dirty="0">
                <a:effectLst/>
                <a:ea typeface="+mn-lt"/>
                <a:cs typeface="+mn-lt"/>
              </a:rPr>
              <a:t>de </a:t>
            </a:r>
            <a:r>
              <a:rPr lang="es-ES" dirty="0">
                <a:ea typeface="+mn-lt"/>
                <a:cs typeface="+mn-lt"/>
              </a:rPr>
              <a:t>acceso personal y el usuario @example.com </a:t>
            </a:r>
            <a:r>
              <a:rPr lang="es-ES" sz="1800" dirty="0">
                <a:effectLst/>
                <a:ea typeface="+mn-lt"/>
                <a:cs typeface="+mn-lt"/>
              </a:rPr>
              <a:t>por </a:t>
            </a:r>
            <a:r>
              <a:rPr lang="es-ES" dirty="0">
                <a:ea typeface="+mn-lt"/>
                <a:cs typeface="+mn-lt"/>
              </a:rPr>
              <a:t>un usuario real registrado en </a:t>
            </a:r>
            <a:r>
              <a:rPr lang="es-ES" dirty="0" err="1">
                <a:ea typeface="+mn-lt"/>
                <a:cs typeface="+mn-lt"/>
              </a:rPr>
              <a:t>Webex</a:t>
            </a:r>
            <a:r>
              <a:rPr lang="es-ES" dirty="0">
                <a:ea typeface="+mn-lt"/>
                <a:cs typeface="+mn-lt"/>
              </a:rPr>
              <a:t> de su organización</a:t>
            </a:r>
            <a:endParaRPr lang="es-ES" dirty="0"/>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dirty="0">
              <a:solidFill>
                <a:srgbClr val="FFFF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6" name="Imagen 5">
            <a:extLst>
              <a:ext uri="{FF2B5EF4-FFF2-40B4-BE49-F238E27FC236}">
                <a16:creationId xmlns:a16="http://schemas.microsoft.com/office/drawing/2014/main" id="{3868425D-6B0F-058D-EFC5-3453D0732B10}"/>
              </a:ext>
            </a:extLst>
          </p:cNvPr>
          <p:cNvPicPr>
            <a:picLocks noChangeAspect="1"/>
          </p:cNvPicPr>
          <p:nvPr/>
        </p:nvPicPr>
        <p:blipFill rotWithShape="1">
          <a:blip r:embed="rId2">
            <a:extLst>
              <a:ext uri="{28A0092B-C50C-407E-A947-70E740481C1C}">
                <a14:useLocalDpi xmlns:a14="http://schemas.microsoft.com/office/drawing/2010/main" val="0"/>
              </a:ext>
            </a:extLst>
          </a:blip>
          <a:srcRect b="59929"/>
          <a:stretch>
            <a:fillRect/>
          </a:stretch>
        </p:blipFill>
        <p:spPr bwMode="auto">
          <a:xfrm>
            <a:off x="409862" y="3846935"/>
            <a:ext cx="4356100" cy="1852295"/>
          </a:xfrm>
          <a:prstGeom prst="rect">
            <a:avLst/>
          </a:prstGeom>
          <a:noFill/>
          <a:ln>
            <a:noFill/>
          </a:ln>
          <a:extLst>
            <a:ext uri="{53640926-AAD7-44D8-BBD7-CCE9431645EC}">
              <a14:shadowObscured xmlns:a14="http://schemas.microsoft.com/office/drawing/2010/main"/>
            </a:ext>
          </a:extLst>
        </p:spPr>
      </p:pic>
      <p:pic>
        <p:nvPicPr>
          <p:cNvPr id="8" name="Imagen 7">
            <a:extLst>
              <a:ext uri="{FF2B5EF4-FFF2-40B4-BE49-F238E27FC236}">
                <a16:creationId xmlns:a16="http://schemas.microsoft.com/office/drawing/2014/main" id="{16DC8836-0449-1CE7-2937-17B1E208CB84}"/>
              </a:ext>
            </a:extLst>
          </p:cNvPr>
          <p:cNvPicPr>
            <a:picLocks noChangeAspect="1"/>
          </p:cNvPicPr>
          <p:nvPr/>
        </p:nvPicPr>
        <p:blipFill rotWithShape="1">
          <a:blip r:embed="rId2">
            <a:extLst>
              <a:ext uri="{28A0092B-C50C-407E-A947-70E740481C1C}">
                <a14:useLocalDpi xmlns:a14="http://schemas.microsoft.com/office/drawing/2010/main" val="0"/>
              </a:ext>
            </a:extLst>
          </a:blip>
          <a:srcRect t="38463"/>
          <a:stretch>
            <a:fillRect/>
          </a:stretch>
        </p:blipFill>
        <p:spPr bwMode="auto">
          <a:xfrm>
            <a:off x="5230483" y="3846935"/>
            <a:ext cx="3830200" cy="250122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65198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1" y="1948226"/>
            <a:ext cx="8589441" cy="1248504"/>
          </a:xfrm>
        </p:spPr>
        <p:txBody>
          <a:bodyPr>
            <a:normAutofit fontScale="62500" lnSpcReduction="20000"/>
          </a:bodyPr>
          <a:lstStyle/>
          <a:p>
            <a:pPr marL="305435" indent="-305435" algn="just">
              <a:buFont typeface="Wingdings 2" panose="05050102010706020507" pitchFamily="18" charset="2"/>
              <a:buChar char=""/>
            </a:pPr>
            <a:r>
              <a:rPr lang="es-ES" dirty="0">
                <a:ea typeface="+mn-lt"/>
                <a:cs typeface="+mn-lt"/>
              </a:rPr>
              <a:t>Administrar salas en </a:t>
            </a:r>
            <a:r>
              <a:rPr lang="es-ES" dirty="0" err="1">
                <a:ea typeface="+mn-lt"/>
                <a:cs typeface="+mn-lt"/>
              </a:rPr>
              <a:t>Webex</a:t>
            </a:r>
            <a:r>
              <a:rPr lang="es-ES" dirty="0">
                <a:ea typeface="+mn-lt"/>
                <a:cs typeface="+mn-lt"/>
              </a:rPr>
              <a:t>.</a:t>
            </a:r>
            <a:endParaRPr lang="es-ES" dirty="0"/>
          </a:p>
          <a:p>
            <a:pPr marL="305435" indent="-305435" algn="just">
              <a:buFont typeface="Wingdings 2" panose="05050102010706020507" pitchFamily="18" charset="2"/>
              <a:buChar char=""/>
            </a:pPr>
            <a:r>
              <a:rPr lang="es-ES" dirty="0">
                <a:ea typeface="+mn-lt"/>
                <a:cs typeface="+mn-lt"/>
              </a:rPr>
              <a:t>Las salas, también llamadas espacios en la interfaz de usuario, permiten a las personas enviar mensajes y archivos para colaborar virtualmente en lugares de reunión colectivos. En esta parte, mostrará una lista de salas, creará una sala y obtendrá los detalles de una sala.</a:t>
            </a:r>
            <a:endParaRPr lang="es-ES" dirty="0"/>
          </a:p>
          <a:p>
            <a:pPr marL="305435" indent="-305435" algn="just">
              <a:buFont typeface="Wingdings 2" panose="05050102010706020507" pitchFamily="18" charset="2"/>
              <a:buChar char=""/>
            </a:pPr>
            <a:r>
              <a:rPr lang="es-ES" dirty="0">
                <a:ea typeface="+mn-lt"/>
                <a:cs typeface="+mn-lt"/>
              </a:rPr>
              <a:t>Paso 7: Localizar e investigar la documentación de API para salas.</a:t>
            </a:r>
            <a:endParaRPr lang="es-ES" dirty="0"/>
          </a:p>
          <a:p>
            <a:pPr marL="305435" indent="-305435" algn="just">
              <a:buFont typeface="Wingdings 2" panose="05050102010706020507" pitchFamily="18" charset="2"/>
              <a:buChar char=""/>
            </a:pPr>
            <a:r>
              <a:rPr lang="es-ES">
                <a:ea typeface="+mn-lt"/>
                <a:cs typeface="+mn-lt"/>
              </a:rPr>
              <a:t>a.    Vuelva al sitio web developer.webex.com. En Referencia de API, haga clic en salas. Explore las distintas llamadas API que puede realizar con la API de Salas</a:t>
            </a:r>
            <a:r>
              <a:rPr lang="es-ES" sz="1800">
                <a:effectLst/>
                <a:ea typeface="+mn-lt"/>
                <a:cs typeface="+mn-lt"/>
              </a:rPr>
              <a:t>.</a:t>
            </a:r>
            <a:r>
              <a:rPr lang="es-ES">
                <a:ea typeface="+mn-lt"/>
                <a:cs typeface="+mn-lt"/>
              </a:rPr>
              <a:t> Haga clic en la solicitud GET para las Listas de Salas  y explore los parámetros de consulta</a:t>
            </a:r>
            <a:r>
              <a:rPr lang="es-ES" sz="1800">
                <a:effectLst/>
                <a:ea typeface="+mn-lt"/>
                <a:cs typeface="+mn-lt"/>
              </a:rPr>
              <a:t>.</a:t>
            </a:r>
            <a:endParaRPr lang="es-ES">
              <a:ea typeface="+mn-lt"/>
              <a:cs typeface="+mn-lt"/>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dirty="0">
              <a:solidFill>
                <a:srgbClr val="FFFF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a:extLst>
              <a:ext uri="{FF2B5EF4-FFF2-40B4-BE49-F238E27FC236}">
                <a16:creationId xmlns:a16="http://schemas.microsoft.com/office/drawing/2014/main" id="{7EB98CE5-1DDD-2E4B-8FF8-EBDAC14B5B32}"/>
              </a:ext>
            </a:extLst>
          </p:cNvPr>
          <p:cNvPicPr>
            <a:picLocks noChangeAspect="1"/>
          </p:cNvPicPr>
          <p:nvPr/>
        </p:nvPicPr>
        <p:blipFill rotWithShape="1">
          <a:blip r:embed="rId2">
            <a:extLst>
              <a:ext uri="{28A0092B-C50C-407E-A947-70E740481C1C}">
                <a14:useLocalDpi xmlns:a14="http://schemas.microsoft.com/office/drawing/2010/main" val="0"/>
              </a:ext>
            </a:extLst>
          </a:blip>
          <a:srcRect t="2297" b="52615"/>
          <a:stretch>
            <a:fillRect/>
          </a:stretch>
        </p:blipFill>
        <p:spPr bwMode="auto">
          <a:xfrm>
            <a:off x="460165" y="3196730"/>
            <a:ext cx="5193267" cy="1668568"/>
          </a:xfrm>
          <a:prstGeom prst="rect">
            <a:avLst/>
          </a:prstGeom>
          <a:noFill/>
          <a:ln>
            <a:noFill/>
          </a:ln>
          <a:extLst>
            <a:ext uri="{53640926-AAD7-44D8-BBD7-CCE9431645EC}">
              <a14:shadowObscured xmlns:a14="http://schemas.microsoft.com/office/drawing/2010/main"/>
            </a:ext>
          </a:extLst>
        </p:spPr>
      </p:pic>
      <p:pic>
        <p:nvPicPr>
          <p:cNvPr id="8" name="Imagen 7">
            <a:extLst>
              <a:ext uri="{FF2B5EF4-FFF2-40B4-BE49-F238E27FC236}">
                <a16:creationId xmlns:a16="http://schemas.microsoft.com/office/drawing/2014/main" id="{EC3D2366-F539-EB4F-50E7-67E934358083}"/>
              </a:ext>
            </a:extLst>
          </p:cNvPr>
          <p:cNvPicPr>
            <a:picLocks noChangeAspect="1"/>
          </p:cNvPicPr>
          <p:nvPr/>
        </p:nvPicPr>
        <p:blipFill rotWithShape="1">
          <a:blip r:embed="rId2">
            <a:extLst>
              <a:ext uri="{28A0092B-C50C-407E-A947-70E740481C1C}">
                <a14:useLocalDpi xmlns:a14="http://schemas.microsoft.com/office/drawing/2010/main" val="0"/>
              </a:ext>
            </a:extLst>
          </a:blip>
          <a:srcRect t="75320"/>
          <a:stretch>
            <a:fillRect/>
          </a:stretch>
        </p:blipFill>
        <p:spPr bwMode="auto">
          <a:xfrm>
            <a:off x="3280398" y="5160032"/>
            <a:ext cx="5663266" cy="995812"/>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70467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1948226"/>
            <a:ext cx="8589441" cy="1600466"/>
          </a:xfrm>
        </p:spPr>
        <p:txBody>
          <a:bodyPr>
            <a:normAutofit/>
          </a:bodyPr>
          <a:lstStyle/>
          <a:p>
            <a:pPr marL="305435" indent="-305435" algn="just">
              <a:buFont typeface="Wingdings 2" panose="05050102010706020507" pitchFamily="18" charset="2"/>
              <a:buChar char=""/>
            </a:pPr>
            <a:r>
              <a:rPr lang="es-ES" dirty="0">
                <a:ea typeface="+mn-lt"/>
                <a:cs typeface="+mn-lt"/>
              </a:rPr>
              <a:t>Paso 8: Utilizar una secuencia de comandos de Python para crear una sala.</a:t>
            </a:r>
          </a:p>
          <a:p>
            <a:pPr marL="305435" indent="-305435" algn="just">
              <a:buFont typeface="Wingdings 2" panose="05050102010706020507" pitchFamily="18" charset="2"/>
              <a:buChar char=""/>
            </a:pPr>
            <a:r>
              <a:rPr lang="es-ES" dirty="0">
                <a:ea typeface="+mn-lt"/>
                <a:cs typeface="+mn-lt"/>
              </a:rPr>
              <a:t>a.    En Código VS, haga clic en el archivo create-rooms.py. Coloque el código siguiente en el archivo. Asegúrese de reemplazar </a:t>
            </a:r>
            <a:r>
              <a:rPr lang="es-ES" dirty="0" err="1">
                <a:ea typeface="+mn-lt"/>
                <a:cs typeface="+mn-lt"/>
              </a:rPr>
              <a:t>su_token_aquí</a:t>
            </a:r>
            <a:r>
              <a:rPr lang="es-ES" dirty="0">
                <a:ea typeface="+mn-lt"/>
                <a:cs typeface="+mn-lt"/>
              </a:rPr>
              <a:t> con su token de acceso personal. Observe que se trata de una solicitud POST y utiliza el parámetro </a:t>
            </a:r>
            <a:r>
              <a:rPr lang="es-ES" dirty="0" err="1">
                <a:ea typeface="+mn-lt"/>
                <a:cs typeface="+mn-lt"/>
              </a:rPr>
              <a:t>title</a:t>
            </a:r>
          </a:p>
          <a:p>
            <a:pPr marL="342900" indent="-342900" algn="just">
              <a:lnSpc>
                <a:spcPct val="107000"/>
              </a:lnSpc>
              <a:spcBef>
                <a:spcPts val="0"/>
              </a:spcBef>
              <a:spcAft>
                <a:spcPts val="0"/>
              </a:spcAft>
              <a:buFont typeface="Symbol" panose="05050102010706020507" pitchFamily="18" charset="2"/>
              <a:buChar char=""/>
            </a:pPr>
            <a:endParaRPr lang="es-ES" dirty="0">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dirty="0">
              <a:solidFill>
                <a:srgbClr val="FFFF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6" name="Imagen 5">
            <a:extLst>
              <a:ext uri="{FF2B5EF4-FFF2-40B4-BE49-F238E27FC236}">
                <a16:creationId xmlns:a16="http://schemas.microsoft.com/office/drawing/2014/main" id="{2D09E6A1-8AD8-DB64-3796-BC69F3BA15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79175" y="3429000"/>
            <a:ext cx="4750435" cy="1943100"/>
          </a:xfrm>
          <a:prstGeom prst="rect">
            <a:avLst/>
          </a:prstGeom>
          <a:noFill/>
        </p:spPr>
      </p:pic>
      <p:pic>
        <p:nvPicPr>
          <p:cNvPr id="8" name="Imagen 7">
            <a:extLst>
              <a:ext uri="{FF2B5EF4-FFF2-40B4-BE49-F238E27FC236}">
                <a16:creationId xmlns:a16="http://schemas.microsoft.com/office/drawing/2014/main" id="{66CE0824-F06C-405F-3B22-7DB4F31BBF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03140" y="5719314"/>
            <a:ext cx="6452940" cy="737522"/>
          </a:xfrm>
          <a:prstGeom prst="rect">
            <a:avLst/>
          </a:prstGeom>
          <a:noFill/>
        </p:spPr>
      </p:pic>
    </p:spTree>
    <p:extLst>
      <p:ext uri="{BB962C8B-B14F-4D97-AF65-F5344CB8AC3E}">
        <p14:creationId xmlns:p14="http://schemas.microsoft.com/office/powerpoint/2010/main" val="2326254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8A18D-9B82-F3BF-E24A-D052EA010D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7E6A3A-E075-5A0D-D039-BF711696E535}"/>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F24BED73-BF9B-751D-194D-FE56EFA682F2}"/>
              </a:ext>
            </a:extLst>
          </p:cNvPr>
          <p:cNvSpPr>
            <a:spLocks noGrp="1"/>
          </p:cNvSpPr>
          <p:nvPr>
            <p:ph idx="1"/>
          </p:nvPr>
        </p:nvSpPr>
        <p:spPr>
          <a:xfrm>
            <a:off x="581192" y="1820664"/>
            <a:ext cx="8589441" cy="1460170"/>
          </a:xfrm>
        </p:spPr>
        <p:txBody>
          <a:bodyPr>
            <a:normAutofit fontScale="70000" lnSpcReduction="20000"/>
          </a:bodyPr>
          <a:lstStyle/>
          <a:p>
            <a:pPr marL="305435" indent="-305435" algn="just">
              <a:buFont typeface="Wingdings 2" panose="05050102010706020507" pitchFamily="18" charset="2"/>
              <a:buChar char=""/>
            </a:pPr>
            <a:r>
              <a:rPr lang="es-ES" dirty="0">
                <a:ea typeface="+mn-lt"/>
                <a:cs typeface="+mn-lt"/>
              </a:rPr>
              <a:t>Gestionar membresías en </a:t>
            </a:r>
            <a:r>
              <a:rPr lang="es-ES" dirty="0" err="1">
                <a:ea typeface="+mn-lt"/>
                <a:cs typeface="+mn-lt"/>
              </a:rPr>
              <a:t>Webex</a:t>
            </a:r>
            <a:r>
              <a:rPr lang="es-ES" dirty="0">
                <a:ea typeface="+mn-lt"/>
                <a:cs typeface="+mn-lt"/>
              </a:rPr>
              <a:t>.</a:t>
            </a:r>
            <a:endParaRPr lang="es-ES" dirty="0">
              <a:latin typeface="Cambria" panose="02040503050406030204" pitchFamily="18" charset="0"/>
              <a:ea typeface="Calibri" panose="020F0502020204030204" pitchFamily="34" charset="0"/>
              <a:cs typeface="Times New Roman" panose="02020603050405020304" pitchFamily="18" charset="0"/>
            </a:endParaRPr>
          </a:p>
          <a:p>
            <a:pPr marL="305435" indent="-305435" algn="just">
              <a:buFont typeface="Wingdings 2" panose="05050102010706020507" pitchFamily="18" charset="2"/>
              <a:buChar char=""/>
            </a:pPr>
            <a:r>
              <a:rPr lang="es-ES" dirty="0">
                <a:ea typeface="+mn-lt"/>
                <a:cs typeface="+mn-lt"/>
              </a:rPr>
              <a:t>En esta parte, usará la API de membresía para agregar a alguien a su sala.</a:t>
            </a:r>
            <a:endParaRPr lang="es-ES" dirty="0"/>
          </a:p>
          <a:p>
            <a:pPr marL="305435" indent="-305435" algn="just">
              <a:buFont typeface="Wingdings 2" panose="05050102010706020507" pitchFamily="18" charset="2"/>
              <a:buChar char=""/>
            </a:pPr>
            <a:r>
              <a:rPr lang="es-ES" dirty="0">
                <a:ea typeface="+mn-lt"/>
                <a:cs typeface="+mn-lt"/>
              </a:rPr>
              <a:t>Paso 1: Localizar e investigar la documentación de API para las suscripciones.</a:t>
            </a:r>
          </a:p>
          <a:p>
            <a:pPr marL="305435" indent="-305435" algn="just">
              <a:buFont typeface="Wingdings 2" panose="05050102010706020507" pitchFamily="18" charset="2"/>
              <a:buChar char=""/>
            </a:pPr>
            <a:r>
              <a:rPr lang="es-ES" dirty="0">
                <a:ea typeface="+mn-lt"/>
                <a:cs typeface="+mn-lt"/>
              </a:rPr>
              <a:t>a.    Vuelva al sitio web developer.webex.com</a:t>
            </a:r>
            <a:r>
              <a:rPr lang="es-ES" sz="1800" dirty="0">
                <a:effectLst/>
                <a:ea typeface="+mn-lt"/>
                <a:cs typeface="+mn-lt"/>
              </a:rPr>
              <a:t>.</a:t>
            </a:r>
            <a:r>
              <a:rPr lang="es-ES" dirty="0">
                <a:ea typeface="+mn-lt"/>
                <a:cs typeface="+mn-lt"/>
              </a:rPr>
              <a:t> En Referencia de API</a:t>
            </a:r>
            <a:r>
              <a:rPr lang="es-ES" sz="1800" dirty="0">
                <a:effectLst/>
                <a:ea typeface="+mn-lt"/>
                <a:cs typeface="+mn-lt"/>
              </a:rPr>
              <a:t>, </a:t>
            </a:r>
            <a:r>
              <a:rPr lang="es-ES" dirty="0">
                <a:ea typeface="+mn-lt"/>
                <a:cs typeface="+mn-lt"/>
              </a:rPr>
              <a:t>haga clic en Membresías. Explore las distintas llamadas API que puede realizar con la API de Membresías. Haga clic </a:t>
            </a:r>
            <a:r>
              <a:rPr lang="es-ES" sz="1800" dirty="0">
                <a:effectLst/>
                <a:ea typeface="+mn-lt"/>
                <a:cs typeface="+mn-lt"/>
              </a:rPr>
              <a:t>en </a:t>
            </a:r>
            <a:r>
              <a:rPr lang="es-ES" dirty="0">
                <a:ea typeface="+mn-lt"/>
                <a:cs typeface="+mn-lt"/>
              </a:rPr>
              <a:t>la solicitud GET para la lista de membresía y explore los parámetros de consulta</a:t>
            </a:r>
            <a:r>
              <a:rPr lang="es-ES" sz="1800" dirty="0">
                <a:effectLst/>
                <a:ea typeface="+mn-lt"/>
                <a:cs typeface="+mn-lt"/>
              </a:rPr>
              <a:t>.</a:t>
            </a:r>
            <a:endParaRPr lang="es-ES" dirty="0">
              <a:ea typeface="+mn-lt"/>
              <a:cs typeface="+mn-lt"/>
            </a:endParaRPr>
          </a:p>
        </p:txBody>
      </p:sp>
      <p:sp>
        <p:nvSpPr>
          <p:cNvPr id="5" name="Rectángulo 4">
            <a:extLst>
              <a:ext uri="{FF2B5EF4-FFF2-40B4-BE49-F238E27FC236}">
                <a16:creationId xmlns:a16="http://schemas.microsoft.com/office/drawing/2014/main" id="{B3D12E2B-53F2-29A4-B692-965FE0F34405}"/>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rgbClr val="0000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rgbClr val="0000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i="0" u="none" strike="noStrike" kern="1200" cap="none" spc="0" normalizeH="0" baseline="0" noProof="0" dirty="0">
              <a:ln>
                <a:noFill/>
              </a:ln>
              <a:solidFill>
                <a:srgbClr val="FFFF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rgbClr val="000000"/>
              </a:solidFill>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7" name="Imagen 6">
            <a:extLst>
              <a:ext uri="{FF2B5EF4-FFF2-40B4-BE49-F238E27FC236}">
                <a16:creationId xmlns:a16="http://schemas.microsoft.com/office/drawing/2014/main" id="{5D01292E-0A30-EDF7-332D-3F4B67EEAE7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1192" y="3385542"/>
            <a:ext cx="4886325" cy="2117725"/>
          </a:xfrm>
          <a:prstGeom prst="rect">
            <a:avLst/>
          </a:prstGeom>
          <a:noFill/>
        </p:spPr>
      </p:pic>
      <p:pic>
        <p:nvPicPr>
          <p:cNvPr id="8" name="Imagen 7">
            <a:extLst>
              <a:ext uri="{FF2B5EF4-FFF2-40B4-BE49-F238E27FC236}">
                <a16:creationId xmlns:a16="http://schemas.microsoft.com/office/drawing/2014/main" id="{22EB40DE-80C3-AC60-C3FD-F09A95EAFE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90913" y="5646468"/>
            <a:ext cx="5379720" cy="885190"/>
          </a:xfrm>
          <a:prstGeom prst="rect">
            <a:avLst/>
          </a:prstGeom>
          <a:noFill/>
        </p:spPr>
      </p:pic>
    </p:spTree>
    <p:extLst>
      <p:ext uri="{BB962C8B-B14F-4D97-AF65-F5344CB8AC3E}">
        <p14:creationId xmlns:p14="http://schemas.microsoft.com/office/powerpoint/2010/main" val="1608944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29BF3-A44D-AAAF-A4D0-FF2C3348151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0AD51A-EF32-A10A-90E6-4C1285AE01DF}"/>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3DFD6C33-5AA2-F12C-223E-8CFE8B76D73C}"/>
              </a:ext>
            </a:extLst>
          </p:cNvPr>
          <p:cNvSpPr>
            <a:spLocks noGrp="1"/>
          </p:cNvSpPr>
          <p:nvPr>
            <p:ph idx="1"/>
          </p:nvPr>
        </p:nvSpPr>
        <p:spPr>
          <a:xfrm>
            <a:off x="581192" y="1820664"/>
            <a:ext cx="8589441" cy="1460170"/>
          </a:xfrm>
        </p:spPr>
        <p:txBody>
          <a:bodyPr>
            <a:normAutofit fontScale="70000" lnSpcReduction="20000"/>
          </a:bodyPr>
          <a:lstStyle/>
          <a:p>
            <a:pPr marL="305435" indent="-305435" algn="just">
              <a:buFont typeface="Wingdings 2" panose="05050102010706020507" pitchFamily="18" charset="2"/>
              <a:buChar char=""/>
            </a:pPr>
            <a:r>
              <a:rPr lang="es-ES" dirty="0">
                <a:ea typeface="+mn-lt"/>
                <a:cs typeface="+mn-lt"/>
              </a:rPr>
              <a:t>Paso 10: Utilizar una secuencia de comandos de Python para crear una membresía, agregando a alguien a la sala.</a:t>
            </a:r>
          </a:p>
          <a:p>
            <a:pPr marL="305435" indent="-305435" algn="just">
              <a:buFont typeface="Wingdings 2" panose="05050102010706020507" pitchFamily="18" charset="2"/>
              <a:buChar char=""/>
            </a:pPr>
            <a:r>
              <a:rPr lang="es-ES">
                <a:ea typeface="+mn-lt"/>
                <a:cs typeface="+mn-lt"/>
              </a:rPr>
              <a:t>Para este paso, necesitará el correo electrónico de otra persona que sea un usuario registrado de </a:t>
            </a:r>
            <a:r>
              <a:rPr lang="es-ES" err="1">
                <a:ea typeface="+mn-lt"/>
                <a:cs typeface="+mn-lt"/>
              </a:rPr>
              <a:t>Webex</a:t>
            </a:r>
            <a:r>
              <a:rPr lang="es-ES">
                <a:ea typeface="+mn-lt"/>
                <a:cs typeface="+mn-lt"/>
              </a:rPr>
              <a:t> en su organización. Puedes usar el mismo correo electrónico que utilizaste anteriormente para enumerar los detalles de una persona.</a:t>
            </a:r>
            <a:endParaRPr lang="es-ES" dirty="0">
              <a:ea typeface="+mn-lt"/>
              <a:cs typeface="+mn-lt"/>
            </a:endParaRPr>
          </a:p>
          <a:p>
            <a:pPr marL="305435" indent="-305435" algn="just">
              <a:buFont typeface="Wingdings 2" panose="05050102010706020507" pitchFamily="18" charset="2"/>
              <a:buChar char=""/>
            </a:pPr>
            <a:r>
              <a:rPr lang="es-ES" dirty="0">
                <a:ea typeface="+mn-lt"/>
                <a:cs typeface="+mn-lt"/>
              </a:rPr>
              <a:t>a.    En Código VS</a:t>
            </a:r>
            <a:r>
              <a:rPr lang="es-ES" sz="1800" dirty="0">
                <a:effectLst/>
                <a:ea typeface="+mn-lt"/>
                <a:cs typeface="+mn-lt"/>
              </a:rPr>
              <a:t>, </a:t>
            </a:r>
            <a:r>
              <a:rPr lang="es-ES" dirty="0">
                <a:ea typeface="+mn-lt"/>
                <a:cs typeface="+mn-lt"/>
              </a:rPr>
              <a:t>haga clic en el archivo create-membership.py. Coloque el siguiente código en el archivo. Reemplace </a:t>
            </a:r>
            <a:r>
              <a:rPr lang="es-ES" err="1">
                <a:ea typeface="+mn-lt"/>
                <a:cs typeface="+mn-lt"/>
              </a:rPr>
              <a:t>su_token_aquí</a:t>
            </a:r>
            <a:r>
              <a:rPr lang="es-ES" dirty="0">
                <a:ea typeface="+mn-lt"/>
                <a:cs typeface="+mn-lt"/>
              </a:rPr>
              <a:t> con su token de acceso personal. Reemplace </a:t>
            </a:r>
            <a:r>
              <a:rPr lang="es-ES" err="1">
                <a:ea typeface="+mn-lt"/>
                <a:cs typeface="+mn-lt"/>
              </a:rPr>
              <a:t>su_id_de</a:t>
            </a:r>
            <a:r>
              <a:rPr lang="es-ES" dirty="0">
                <a:ea typeface="+mn-lt"/>
                <a:cs typeface="+mn-lt"/>
              </a:rPr>
              <a:t> sala con el valor que obtuvo </a:t>
            </a:r>
            <a:r>
              <a:rPr lang="es-ES" sz="1800" dirty="0">
                <a:effectLst/>
                <a:ea typeface="+mn-lt"/>
                <a:cs typeface="+mn-lt"/>
              </a:rPr>
              <a:t>en </a:t>
            </a:r>
            <a:r>
              <a:rPr lang="es-ES" dirty="0">
                <a:ea typeface="+mn-lt"/>
                <a:cs typeface="+mn-lt"/>
              </a:rPr>
              <a:t>la parte anterior. Reemplace new- </a:t>
            </a:r>
            <a:r>
              <a:rPr lang="es-ES" dirty="0">
                <a:ea typeface="+mn-lt"/>
                <a:cs typeface="+mn-lt"/>
                <a:hlinkClick r:id="rId2">
                  <a:extLst>
                    <a:ext uri="{A12FA001-AC4F-418D-AE19-62706E023703}">
                      <ahyp:hlinkClr xmlns:ahyp="http://schemas.microsoft.com/office/drawing/2018/hyperlinkcolor" val="tx"/>
                    </a:ext>
                  </a:extLst>
                </a:hlinkClick>
              </a:rPr>
              <a:t>user@example.comw</a:t>
            </a:r>
            <a:r>
              <a:rPr lang="es-ES" dirty="0">
                <a:ea typeface="+mn-lt"/>
                <a:cs typeface="+mn-lt"/>
              </a:rPr>
              <a:t> por </a:t>
            </a:r>
            <a:r>
              <a:rPr lang="es-ES">
                <a:ea typeface="+mn-lt"/>
                <a:cs typeface="+mn-lt"/>
              </a:rPr>
              <a:t>el correo electrónico de la persona que desea agregar a la sala</a:t>
            </a:r>
            <a:endParaRPr lang="es-ES"/>
          </a:p>
        </p:txBody>
      </p:sp>
      <p:sp>
        <p:nvSpPr>
          <p:cNvPr id="5" name="Rectángulo 4">
            <a:extLst>
              <a:ext uri="{FF2B5EF4-FFF2-40B4-BE49-F238E27FC236}">
                <a16:creationId xmlns:a16="http://schemas.microsoft.com/office/drawing/2014/main" id="{A4F33351-6AAF-0C9A-DD1D-13922894B562}"/>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rgbClr val="0000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rgbClr val="000000"/>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ADMINISTRAR SALAS EN WEBEX</a:t>
            </a:r>
            <a:endParaRPr lang="en-US" sz="1200" i="0" u="none" strike="noStrike" kern="1200" cap="none" spc="0" normalizeH="0" baseline="0" noProof="0" dirty="0">
              <a:ln>
                <a:noFill/>
              </a:ln>
              <a:solidFill>
                <a:srgbClr val="FFFF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dirty="0">
              <a:solidFill>
                <a:srgbClr val="000000"/>
              </a:solidFill>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6" name="Imagen 5">
            <a:extLst>
              <a:ext uri="{FF2B5EF4-FFF2-40B4-BE49-F238E27FC236}">
                <a16:creationId xmlns:a16="http://schemas.microsoft.com/office/drawing/2014/main" id="{A95B7AAB-EC03-00C6-CF4E-2CADC9133B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26414" y="3577167"/>
            <a:ext cx="6298996" cy="2540479"/>
          </a:xfrm>
          <a:prstGeom prst="rect">
            <a:avLst/>
          </a:prstGeom>
          <a:noFill/>
        </p:spPr>
      </p:pic>
    </p:spTree>
    <p:extLst>
      <p:ext uri="{BB962C8B-B14F-4D97-AF65-F5344CB8AC3E}">
        <p14:creationId xmlns:p14="http://schemas.microsoft.com/office/powerpoint/2010/main" val="2874831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0C250-CADC-89F8-E6C2-24BBCB82EA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21C99B-BE67-C14D-213E-58001C215E5E}"/>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A51D3B6A-7793-FDEF-25D6-3FA6A9D594EE}"/>
              </a:ext>
            </a:extLst>
          </p:cNvPr>
          <p:cNvSpPr>
            <a:spLocks noGrp="1"/>
          </p:cNvSpPr>
          <p:nvPr>
            <p:ph idx="1"/>
          </p:nvPr>
        </p:nvSpPr>
        <p:spPr>
          <a:xfrm>
            <a:off x="390692" y="1962876"/>
            <a:ext cx="8589441" cy="609601"/>
          </a:xfrm>
        </p:spPr>
        <p:txBody>
          <a:bodyPr>
            <a:normAutofit fontScale="92500" lnSpcReduction="10000"/>
          </a:bodyPr>
          <a:lstStyle/>
          <a:p>
            <a:pPr marL="342900" indent="-342900" algn="just">
              <a:lnSpc>
                <a:spcPct val="107000"/>
              </a:lnSpc>
              <a:spcBef>
                <a:spcPts val="0"/>
              </a:spcBef>
              <a:spcAft>
                <a:spcPts val="0"/>
              </a:spcAft>
              <a:buFont typeface="Symbol" panose="05050102010706020507" pitchFamily="18" charset="2"/>
              <a:buChar char=""/>
            </a:pPr>
            <a:r>
              <a:rPr lang="es-ES" dirty="0">
                <a:ea typeface="+mn-lt"/>
                <a:cs typeface="+mn-lt"/>
              </a:rPr>
              <a:t>Para la presente práctica se necesita el archivo 8.8.3-packet-tracer---</a:t>
            </a:r>
            <a:r>
              <a:rPr lang="es-ES" dirty="0" err="1">
                <a:ea typeface="+mn-lt"/>
                <a:cs typeface="+mn-lt"/>
              </a:rPr>
              <a:t>implement</a:t>
            </a:r>
            <a:r>
              <a:rPr lang="es-ES" dirty="0">
                <a:ea typeface="+mn-lt"/>
                <a:cs typeface="+mn-lt"/>
              </a:rPr>
              <a:t>-</a:t>
            </a:r>
            <a:r>
              <a:rPr lang="es-ES" dirty="0" err="1">
                <a:ea typeface="+mn-lt"/>
                <a:cs typeface="+mn-lt"/>
              </a:rPr>
              <a:t>rest</a:t>
            </a:r>
            <a:r>
              <a:rPr lang="es-ES" dirty="0">
                <a:ea typeface="+mn-lt"/>
                <a:cs typeface="+mn-lt"/>
              </a:rPr>
              <a:t>-</a:t>
            </a:r>
            <a:r>
              <a:rPr lang="es-ES" dirty="0" err="1">
                <a:ea typeface="+mn-lt"/>
                <a:cs typeface="+mn-lt"/>
              </a:rPr>
              <a:t>apis</a:t>
            </a:r>
            <a:r>
              <a:rPr lang="es-ES" dirty="0">
                <a:ea typeface="+mn-lt"/>
                <a:cs typeface="+mn-lt"/>
              </a:rPr>
              <a:t>-</a:t>
            </a:r>
            <a:r>
              <a:rPr lang="es-ES" dirty="0" err="1">
                <a:ea typeface="+mn-lt"/>
                <a:cs typeface="+mn-lt"/>
              </a:rPr>
              <a:t>with</a:t>
            </a:r>
            <a:r>
              <a:rPr lang="es-ES" dirty="0">
                <a:ea typeface="+mn-lt"/>
                <a:cs typeface="+mn-lt"/>
              </a:rPr>
              <a:t>-</a:t>
            </a:r>
            <a:r>
              <a:rPr lang="es-ES" dirty="0" err="1">
                <a:ea typeface="+mn-lt"/>
                <a:cs typeface="+mn-lt"/>
              </a:rPr>
              <a:t>an</a:t>
            </a:r>
            <a:r>
              <a:rPr lang="es-ES" dirty="0">
                <a:ea typeface="+mn-lt"/>
                <a:cs typeface="+mn-lt"/>
              </a:rPr>
              <a:t>-</a:t>
            </a:r>
            <a:r>
              <a:rPr lang="es-ES" dirty="0" err="1">
                <a:ea typeface="+mn-lt"/>
                <a:cs typeface="+mn-lt"/>
              </a:rPr>
              <a:t>sdn</a:t>
            </a:r>
            <a:r>
              <a:rPr lang="es-ES" dirty="0">
                <a:ea typeface="+mn-lt"/>
                <a:cs typeface="+mn-lt"/>
              </a:rPr>
              <a:t>-</a:t>
            </a:r>
            <a:r>
              <a:rPr lang="es-ES" dirty="0" err="1">
                <a:ea typeface="+mn-lt"/>
                <a:cs typeface="+mn-lt"/>
              </a:rPr>
              <a:t>controller_es</a:t>
            </a:r>
            <a:r>
              <a:rPr lang="es-ES" dirty="0">
                <a:ea typeface="+mn-lt"/>
                <a:cs typeface="+mn-lt"/>
              </a:rPr>
              <a:t>-XL </a:t>
            </a:r>
            <a:r>
              <a:rPr lang="es-ES" dirty="0" err="1">
                <a:ea typeface="+mn-lt"/>
                <a:cs typeface="+mn-lt"/>
              </a:rPr>
              <a:t>MauricioCampaña</a:t>
            </a:r>
            <a:endParaRPr lang="es-ES" sz="1800" dirty="0" err="1">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4C725B98-54AB-75F1-A62D-CDEAA245090E}"/>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Interfaz de usuario gráfica, Aplicación&#10;&#10;El contenido generado por inteligencia artificial puede ser incorrecto.">
            <a:extLst>
              <a:ext uri="{FF2B5EF4-FFF2-40B4-BE49-F238E27FC236}">
                <a16:creationId xmlns:a16="http://schemas.microsoft.com/office/drawing/2014/main" id="{BF5CBAA8-80C5-4A3C-08C8-EC05EC93E18B}"/>
              </a:ext>
            </a:extLst>
          </p:cNvPr>
          <p:cNvPicPr>
            <a:picLocks noChangeAspect="1"/>
          </p:cNvPicPr>
          <p:nvPr/>
        </p:nvPicPr>
        <p:blipFill>
          <a:blip r:embed="rId2"/>
          <a:stretch>
            <a:fillRect/>
          </a:stretch>
        </p:blipFill>
        <p:spPr>
          <a:xfrm>
            <a:off x="881592" y="2695575"/>
            <a:ext cx="7444317" cy="3985684"/>
          </a:xfrm>
          <a:prstGeom prst="rect">
            <a:avLst/>
          </a:prstGeom>
        </p:spPr>
      </p:pic>
    </p:spTree>
    <p:extLst>
      <p:ext uri="{BB962C8B-B14F-4D97-AF65-F5344CB8AC3E}">
        <p14:creationId xmlns:p14="http://schemas.microsoft.com/office/powerpoint/2010/main" val="2093361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C17C-DA54-C3E7-0F1C-BC066513B6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A079D8-6956-36ED-3462-C73C5A1582A3}"/>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6ABBF8C6-185E-8D26-3651-A74CB7E79A78}"/>
              </a:ext>
            </a:extLst>
          </p:cNvPr>
          <p:cNvSpPr>
            <a:spLocks noGrp="1"/>
          </p:cNvSpPr>
          <p:nvPr>
            <p:ph idx="1"/>
          </p:nvPr>
        </p:nvSpPr>
        <p:spPr>
          <a:xfrm>
            <a:off x="471242" y="2009047"/>
            <a:ext cx="8589441" cy="600803"/>
          </a:xfrm>
        </p:spPr>
        <p:txBody>
          <a:bodyPr>
            <a:normAutofit fontScale="92500" lnSpcReduction="10000"/>
          </a:bodyPr>
          <a:lstStyle/>
          <a:p>
            <a:pPr marL="342900" indent="-342900" algn="just">
              <a:lnSpc>
                <a:spcPct val="107000"/>
              </a:lnSpc>
              <a:spcBef>
                <a:spcPts val="0"/>
              </a:spcBef>
              <a:spcAft>
                <a:spcPts val="0"/>
              </a:spcAft>
              <a:buFont typeface="Symbol" panose="05050102010706020507" pitchFamily="18" charset="2"/>
              <a:buChar char=""/>
            </a:pPr>
            <a:r>
              <a:rPr lang="es-ES" sz="1800" dirty="0">
                <a:effectLst/>
                <a:ea typeface="+mn-lt"/>
                <a:cs typeface="+mn-lt"/>
              </a:rPr>
              <a:t>Se </a:t>
            </a:r>
            <a:r>
              <a:rPr lang="es-ES" dirty="0">
                <a:ea typeface="+mn-lt"/>
                <a:cs typeface="+mn-lt"/>
              </a:rPr>
              <a:t>Verifica que el controlador (Network </a:t>
            </a:r>
            <a:r>
              <a:rPr lang="es-ES" dirty="0" err="1">
                <a:ea typeface="+mn-lt"/>
                <a:cs typeface="+mn-lt"/>
              </a:rPr>
              <a:t>Controller</a:t>
            </a:r>
            <a:r>
              <a:rPr lang="es-ES" dirty="0">
                <a:ea typeface="+mn-lt"/>
                <a:cs typeface="+mn-lt"/>
              </a:rPr>
              <a:t> PT-Controller0) tiene conexión con el mundo real.</a:t>
            </a:r>
            <a:endParaRPr lang="es-ES" sz="1800" dirty="0">
              <a:effectLst/>
              <a:ea typeface="+mn-lt"/>
              <a:cs typeface="+mn-lt"/>
            </a:endParaRPr>
          </a:p>
        </p:txBody>
      </p:sp>
      <p:sp>
        <p:nvSpPr>
          <p:cNvPr id="5" name="Rectángulo 4">
            <a:extLst>
              <a:ext uri="{FF2B5EF4-FFF2-40B4-BE49-F238E27FC236}">
                <a16:creationId xmlns:a16="http://schemas.microsoft.com/office/drawing/2014/main" id="{407D9DCD-B20B-0051-47E8-9482BEC3B87C}"/>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Interfaz de usuario gráfica, Aplicación&#10;&#10;El contenido generado por inteligencia artificial puede ser incorrecto.">
            <a:extLst>
              <a:ext uri="{FF2B5EF4-FFF2-40B4-BE49-F238E27FC236}">
                <a16:creationId xmlns:a16="http://schemas.microsoft.com/office/drawing/2014/main" id="{94AB48F9-66C7-674B-0488-B9E71852A62D}"/>
              </a:ext>
            </a:extLst>
          </p:cNvPr>
          <p:cNvPicPr>
            <a:picLocks noChangeAspect="1"/>
          </p:cNvPicPr>
          <p:nvPr/>
        </p:nvPicPr>
        <p:blipFill>
          <a:blip r:embed="rId2"/>
          <a:stretch>
            <a:fillRect/>
          </a:stretch>
        </p:blipFill>
        <p:spPr>
          <a:xfrm>
            <a:off x="576262" y="2700337"/>
            <a:ext cx="3779309" cy="3743326"/>
          </a:xfrm>
          <a:prstGeom prst="rect">
            <a:avLst/>
          </a:prstGeom>
        </p:spPr>
      </p:pic>
      <p:pic>
        <p:nvPicPr>
          <p:cNvPr id="7" name="Imagen 6" descr="Interfaz de usuario gráfica, Aplicación&#10;&#10;El contenido generado por inteligencia artificial puede ser incorrecto.">
            <a:extLst>
              <a:ext uri="{FF2B5EF4-FFF2-40B4-BE49-F238E27FC236}">
                <a16:creationId xmlns:a16="http://schemas.microsoft.com/office/drawing/2014/main" id="{3F12C905-86DD-F38A-C8AA-C76C12A6410C}"/>
              </a:ext>
            </a:extLst>
          </p:cNvPr>
          <p:cNvPicPr>
            <a:picLocks noChangeAspect="1"/>
          </p:cNvPicPr>
          <p:nvPr/>
        </p:nvPicPr>
        <p:blipFill>
          <a:blip r:embed="rId3"/>
          <a:stretch>
            <a:fillRect/>
          </a:stretch>
        </p:blipFill>
        <p:spPr>
          <a:xfrm>
            <a:off x="4868863" y="2703513"/>
            <a:ext cx="3904191" cy="3736975"/>
          </a:xfrm>
          <a:prstGeom prst="rect">
            <a:avLst/>
          </a:prstGeom>
        </p:spPr>
      </p:pic>
    </p:spTree>
    <p:extLst>
      <p:ext uri="{BB962C8B-B14F-4D97-AF65-F5344CB8AC3E}">
        <p14:creationId xmlns:p14="http://schemas.microsoft.com/office/powerpoint/2010/main" val="4226008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8D788-C454-2326-0E7D-E8DFF1B1E7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C8BAAC8-780B-BA8F-3BA8-AAAD453A4C0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C98CDA89-7A7C-5593-CB74-833A37C1A314}"/>
              </a:ext>
            </a:extLst>
          </p:cNvPr>
          <p:cNvSpPr>
            <a:spLocks noGrp="1"/>
          </p:cNvSpPr>
          <p:nvPr>
            <p:ph idx="1"/>
          </p:nvPr>
        </p:nvSpPr>
        <p:spPr>
          <a:xfrm>
            <a:off x="581191" y="1948226"/>
            <a:ext cx="8589441" cy="1248504"/>
          </a:xfrm>
        </p:spPr>
        <p:txBody>
          <a:bodyPr/>
          <a:lstStyle/>
          <a:p>
            <a:pPr marL="342900" indent="-342900" algn="just">
              <a:lnSpc>
                <a:spcPct val="107000"/>
              </a:lnSpc>
              <a:spcBef>
                <a:spcPts val="0"/>
              </a:spcBef>
              <a:spcAft>
                <a:spcPts val="0"/>
              </a:spcAft>
              <a:buFont typeface="Symbol" panose="05050102010706020507" pitchFamily="18" charset="2"/>
              <a:buChar char=""/>
            </a:pPr>
            <a:r>
              <a:rPr lang="es-ES" dirty="0">
                <a:ea typeface="+mn-lt"/>
                <a:cs typeface="+mn-lt"/>
              </a:rPr>
              <a:t>Se procede a verificar que el controlador este en conectividad con el mundo real</a:t>
            </a:r>
            <a:r>
              <a:rPr lang="es-ES" sz="1800" dirty="0">
                <a:effectLst/>
                <a:ea typeface="+mn-lt"/>
                <a:cs typeface="+mn-lt"/>
              </a:rPr>
              <a:t>.</a:t>
            </a:r>
            <a:r>
              <a:rPr lang="es-ES" dirty="0">
                <a:ea typeface="+mn-lt"/>
                <a:cs typeface="+mn-lt"/>
              </a:rPr>
              <a:t> Para lo cual se introduce la siguiente dirección: http://localhost:58000/api/v1/host</a:t>
            </a:r>
            <a:endParaRPr lang="es-ES" sz="1800" dirty="0">
              <a:effectLst/>
              <a:latin typeface="Cambria"/>
              <a:ea typeface="Calibri"/>
              <a:cs typeface="Times New Roman"/>
            </a:endParaRPr>
          </a:p>
        </p:txBody>
      </p:sp>
      <p:sp>
        <p:nvSpPr>
          <p:cNvPr id="5" name="Rectángulo 4">
            <a:extLst>
              <a:ext uri="{FF2B5EF4-FFF2-40B4-BE49-F238E27FC236}">
                <a16:creationId xmlns:a16="http://schemas.microsoft.com/office/drawing/2014/main" id="{84490170-FF5F-B86B-6A5D-BC20A7755E2E}"/>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6" name="Imagen 5" descr="Texto, Chat o mensaje de texto&#10;&#10;El contenido generado por inteligencia artificial puede ser incorrecto.">
            <a:extLst>
              <a:ext uri="{FF2B5EF4-FFF2-40B4-BE49-F238E27FC236}">
                <a16:creationId xmlns:a16="http://schemas.microsoft.com/office/drawing/2014/main" id="{057F964D-0B16-1DD1-DC31-B617D1620C39}"/>
              </a:ext>
            </a:extLst>
          </p:cNvPr>
          <p:cNvPicPr>
            <a:picLocks noChangeAspect="1"/>
          </p:cNvPicPr>
          <p:nvPr/>
        </p:nvPicPr>
        <p:blipFill>
          <a:blip r:embed="rId2"/>
          <a:stretch>
            <a:fillRect/>
          </a:stretch>
        </p:blipFill>
        <p:spPr>
          <a:xfrm>
            <a:off x="2215091" y="3008313"/>
            <a:ext cx="5655734" cy="3847042"/>
          </a:xfrm>
          <a:prstGeom prst="rect">
            <a:avLst/>
          </a:prstGeom>
        </p:spPr>
      </p:pic>
    </p:spTree>
    <p:extLst>
      <p:ext uri="{BB962C8B-B14F-4D97-AF65-F5344CB8AC3E}">
        <p14:creationId xmlns:p14="http://schemas.microsoft.com/office/powerpoint/2010/main" val="2254920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6CA40-7BA7-48D6-231E-9D3B3C0FA5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2F15D9-CD8B-21D3-6ED7-FF7904DEAFAF}"/>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F85B45CB-4AEB-EED0-C955-9F806A8255A8}"/>
              </a:ext>
            </a:extLst>
          </p:cNvPr>
          <p:cNvSpPr>
            <a:spLocks noGrp="1"/>
          </p:cNvSpPr>
          <p:nvPr>
            <p:ph idx="1"/>
          </p:nvPr>
        </p:nvSpPr>
        <p:spPr>
          <a:xfrm>
            <a:off x="581192" y="1948226"/>
            <a:ext cx="8589441" cy="1600466"/>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dirty="0">
                <a:ea typeface="+mn-lt"/>
                <a:cs typeface="+mn-lt"/>
              </a:rPr>
              <a:t>Se procede con la configuración de credenciales para que herramientas externas (POSTMAN) puedan acceder a los recursos, para lo cual estas configuraciones son realizadas en la maquina “</a:t>
            </a:r>
            <a:r>
              <a:rPr lang="es-ES" dirty="0" err="1">
                <a:ea typeface="+mn-lt"/>
                <a:cs typeface="+mn-lt"/>
              </a:rPr>
              <a:t>Admin</a:t>
            </a:r>
            <a:r>
              <a:rPr lang="es-ES" dirty="0">
                <a:ea typeface="+mn-lt"/>
                <a:cs typeface="+mn-lt"/>
              </a:rPr>
              <a:t>”</a:t>
            </a:r>
            <a:endParaRPr lang="es-ES" dirty="0">
              <a:latin typeface="Cambria"/>
              <a:ea typeface="Calibri"/>
              <a:cs typeface="Times New Roman"/>
            </a:endParaRPr>
          </a:p>
          <a:p>
            <a:pPr marL="342900" marR="0" lvl="0" indent="-342900" algn="just">
              <a:lnSpc>
                <a:spcPct val="107000"/>
              </a:lnSpc>
              <a:spcBef>
                <a:spcPts val="0"/>
              </a:spcBef>
              <a:spcAft>
                <a:spcPts val="0"/>
              </a:spcAft>
              <a:buFont typeface="Symbol" panose="05050102010706020507" pitchFamily="18" charset="2"/>
              <a:buChar char=""/>
            </a:pP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0301DC4D-05C9-553F-FAC1-4953425348EE}"/>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Interfaz de usuario gráfica, Texto&#10;&#10;El contenido generado por inteligencia artificial puede ser incorrecto.">
            <a:extLst>
              <a:ext uri="{FF2B5EF4-FFF2-40B4-BE49-F238E27FC236}">
                <a16:creationId xmlns:a16="http://schemas.microsoft.com/office/drawing/2014/main" id="{BE94999B-7816-B0FF-5118-BF334D35DB9A}"/>
              </a:ext>
            </a:extLst>
          </p:cNvPr>
          <p:cNvPicPr>
            <a:picLocks noChangeAspect="1"/>
          </p:cNvPicPr>
          <p:nvPr/>
        </p:nvPicPr>
        <p:blipFill>
          <a:blip r:embed="rId2"/>
          <a:stretch>
            <a:fillRect/>
          </a:stretch>
        </p:blipFill>
        <p:spPr>
          <a:xfrm>
            <a:off x="472016" y="3152246"/>
            <a:ext cx="4135967" cy="3950759"/>
          </a:xfrm>
          <a:prstGeom prst="rect">
            <a:avLst/>
          </a:prstGeom>
        </p:spPr>
      </p:pic>
      <p:pic>
        <p:nvPicPr>
          <p:cNvPr id="7" name="Imagen 6" descr="Interfaz de usuario gráfica, Aplicación&#10;&#10;El contenido generado por inteligencia artificial puede ser incorrecto.">
            <a:extLst>
              <a:ext uri="{FF2B5EF4-FFF2-40B4-BE49-F238E27FC236}">
                <a16:creationId xmlns:a16="http://schemas.microsoft.com/office/drawing/2014/main" id="{75E11DAB-D86D-63C0-AE23-E1B189D4282E}"/>
              </a:ext>
            </a:extLst>
          </p:cNvPr>
          <p:cNvPicPr>
            <a:picLocks noChangeAspect="1"/>
          </p:cNvPicPr>
          <p:nvPr/>
        </p:nvPicPr>
        <p:blipFill>
          <a:blip r:embed="rId3"/>
          <a:stretch>
            <a:fillRect/>
          </a:stretch>
        </p:blipFill>
        <p:spPr>
          <a:xfrm>
            <a:off x="4875742" y="3066521"/>
            <a:ext cx="3922184" cy="3794126"/>
          </a:xfrm>
          <a:prstGeom prst="rect">
            <a:avLst/>
          </a:prstGeom>
        </p:spPr>
      </p:pic>
    </p:spTree>
    <p:extLst>
      <p:ext uri="{BB962C8B-B14F-4D97-AF65-F5344CB8AC3E}">
        <p14:creationId xmlns:p14="http://schemas.microsoft.com/office/powerpoint/2010/main" val="2751318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CC8CC-7F81-3EA1-D204-1EFE1CCD5E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E6878C-D124-0B6D-A5A6-49963C946348}"/>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AB6C5145-5C88-6889-00A5-90EBEA927FD8}"/>
              </a:ext>
            </a:extLst>
          </p:cNvPr>
          <p:cNvSpPr>
            <a:spLocks noGrp="1"/>
          </p:cNvSpPr>
          <p:nvPr>
            <p:ph idx="1"/>
          </p:nvPr>
        </p:nvSpPr>
        <p:spPr>
          <a:xfrm>
            <a:off x="454192" y="1878210"/>
            <a:ext cx="8589441" cy="1138767"/>
          </a:xfrm>
        </p:spPr>
        <p:txBody>
          <a:bodyPr>
            <a:normAutofit fontScale="77500" lnSpcReduction="20000"/>
          </a:bodyPr>
          <a:lstStyle/>
          <a:p>
            <a:pPr marL="305435" indent="-305435" algn="just">
              <a:buFont typeface="Wingdings 2" panose="05050102010706020507" pitchFamily="18" charset="2"/>
              <a:buChar char=""/>
            </a:pPr>
            <a:r>
              <a:rPr lang="es-ES" dirty="0">
                <a:ea typeface="+mn-lt"/>
                <a:cs typeface="+mn-lt"/>
              </a:rPr>
              <a:t>Acceso mediante </a:t>
            </a:r>
            <a:r>
              <a:rPr lang="es-ES" sz="1800" dirty="0">
                <a:effectLst/>
                <a:ea typeface="+mn-lt"/>
                <a:cs typeface="+mn-lt"/>
              </a:rPr>
              <a:t>las </a:t>
            </a:r>
            <a:r>
              <a:rPr lang="es-ES" dirty="0">
                <a:ea typeface="+mn-lt"/>
                <a:cs typeface="+mn-lt"/>
              </a:rPr>
              <a:t>siguientes credenciales:</a:t>
            </a:r>
            <a:endParaRPr lang="es-ES" dirty="0"/>
          </a:p>
          <a:p>
            <a:pPr marL="305435" indent="-305435" algn="just">
              <a:buFont typeface="Wingdings 2" panose="05050102010706020507" pitchFamily="18" charset="2"/>
              <a:buChar char=""/>
            </a:pPr>
            <a:r>
              <a:rPr lang="es-ES" dirty="0">
                <a:ea typeface="+mn-lt"/>
                <a:cs typeface="+mn-lt"/>
              </a:rPr>
              <a:t>URL: 192.168.101.254</a:t>
            </a:r>
            <a:endParaRPr lang="es-ES" dirty="0"/>
          </a:p>
          <a:p>
            <a:pPr marL="305435" indent="-305435" algn="just">
              <a:buFont typeface="Wingdings 2" panose="05050102010706020507" pitchFamily="18" charset="2"/>
              <a:buChar char=""/>
            </a:pPr>
            <a:r>
              <a:rPr lang="es-ES" dirty="0">
                <a:ea typeface="+mn-lt"/>
                <a:cs typeface="+mn-lt"/>
              </a:rPr>
              <a:t>Usuario: cisco</a:t>
            </a:r>
            <a:endParaRPr lang="es-ES" dirty="0"/>
          </a:p>
          <a:p>
            <a:pPr marL="305435" indent="-305435" algn="just">
              <a:buFont typeface="Wingdings 2" panose="05050102010706020507" pitchFamily="18" charset="2"/>
              <a:buChar char=""/>
            </a:pPr>
            <a:r>
              <a:rPr lang="es-ES" dirty="0">
                <a:ea typeface="+mn-lt"/>
                <a:cs typeface="+mn-lt"/>
              </a:rPr>
              <a:t>Contraseña: cisco123!</a:t>
            </a:r>
            <a:endParaRPr lang="es-ES" dirty="0"/>
          </a:p>
        </p:txBody>
      </p:sp>
      <p:sp>
        <p:nvSpPr>
          <p:cNvPr id="5" name="Rectángulo 4">
            <a:extLst>
              <a:ext uri="{FF2B5EF4-FFF2-40B4-BE49-F238E27FC236}">
                <a16:creationId xmlns:a16="http://schemas.microsoft.com/office/drawing/2014/main" id="{0A65F733-8532-A2AF-EEDC-26583596085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Interfaz de usuario gráfica, Aplicación&#10;&#10;El contenido generado por inteligencia artificial puede ser incorrecto.">
            <a:extLst>
              <a:ext uri="{FF2B5EF4-FFF2-40B4-BE49-F238E27FC236}">
                <a16:creationId xmlns:a16="http://schemas.microsoft.com/office/drawing/2014/main" id="{D93BA1F9-5A64-DDED-170C-81C67512611C}"/>
              </a:ext>
            </a:extLst>
          </p:cNvPr>
          <p:cNvPicPr>
            <a:picLocks noChangeAspect="1"/>
          </p:cNvPicPr>
          <p:nvPr/>
        </p:nvPicPr>
        <p:blipFill>
          <a:blip r:embed="rId2"/>
          <a:stretch>
            <a:fillRect/>
          </a:stretch>
        </p:blipFill>
        <p:spPr>
          <a:xfrm>
            <a:off x="731308" y="3020483"/>
            <a:ext cx="4019550" cy="3907367"/>
          </a:xfrm>
          <a:prstGeom prst="rect">
            <a:avLst/>
          </a:prstGeom>
        </p:spPr>
      </p:pic>
      <p:pic>
        <p:nvPicPr>
          <p:cNvPr id="7" name="Imagen 6" descr="Interfaz de usuario gráfica, Aplicación&#10;&#10;El contenido generado por inteligencia artificial puede ser incorrecto.">
            <a:extLst>
              <a:ext uri="{FF2B5EF4-FFF2-40B4-BE49-F238E27FC236}">
                <a16:creationId xmlns:a16="http://schemas.microsoft.com/office/drawing/2014/main" id="{C2E193CC-D42B-2AF3-C145-56F4C3C5A0A3}"/>
              </a:ext>
            </a:extLst>
          </p:cNvPr>
          <p:cNvPicPr>
            <a:picLocks noChangeAspect="1"/>
          </p:cNvPicPr>
          <p:nvPr/>
        </p:nvPicPr>
        <p:blipFill>
          <a:blip r:embed="rId3"/>
          <a:stretch>
            <a:fillRect/>
          </a:stretch>
        </p:blipFill>
        <p:spPr>
          <a:xfrm>
            <a:off x="5151966" y="3022071"/>
            <a:ext cx="3687234" cy="3629025"/>
          </a:xfrm>
          <a:prstGeom prst="rect">
            <a:avLst/>
          </a:prstGeom>
        </p:spPr>
      </p:pic>
    </p:spTree>
    <p:extLst>
      <p:ext uri="{BB962C8B-B14F-4D97-AF65-F5344CB8AC3E}">
        <p14:creationId xmlns:p14="http://schemas.microsoft.com/office/powerpoint/2010/main" val="3388593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E21C9-0DE4-A1B0-3899-EC678EE5587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7927502-C328-7368-8ADB-AE658D0CE4C1}"/>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33D45710-AD99-7891-8EFE-54A1875CC593}"/>
              </a:ext>
            </a:extLst>
          </p:cNvPr>
          <p:cNvSpPr>
            <a:spLocks noGrp="1"/>
          </p:cNvSpPr>
          <p:nvPr>
            <p:ph idx="1"/>
          </p:nvPr>
        </p:nvSpPr>
        <p:spPr>
          <a:xfrm>
            <a:off x="471242" y="2009047"/>
            <a:ext cx="8589441" cy="600803"/>
          </a:xfrm>
        </p:spPr>
        <p:txBody>
          <a:bodyPr>
            <a:normAutofit fontScale="92500" lnSpcReduction="10000"/>
          </a:bodyPr>
          <a:lstStyle/>
          <a:p>
            <a:pPr marL="342900" indent="-342900" algn="just">
              <a:lnSpc>
                <a:spcPct val="107000"/>
              </a:lnSpc>
              <a:spcBef>
                <a:spcPts val="0"/>
              </a:spcBef>
              <a:spcAft>
                <a:spcPts val="0"/>
              </a:spcAft>
              <a:buFont typeface="Symbol" panose="05050102010706020507" pitchFamily="18" charset="2"/>
              <a:buChar char=""/>
            </a:pPr>
            <a:r>
              <a:rPr lang="es-ES" sz="1800" dirty="0">
                <a:effectLst/>
                <a:ea typeface="+mn-lt"/>
                <a:cs typeface="+mn-lt"/>
              </a:rPr>
              <a:t>Se </a:t>
            </a:r>
            <a:r>
              <a:rPr lang="es-ES" dirty="0">
                <a:ea typeface="+mn-lt"/>
                <a:cs typeface="+mn-lt"/>
              </a:rPr>
              <a:t>accede a </a:t>
            </a:r>
            <a:r>
              <a:rPr lang="es-ES" sz="1800" dirty="0">
                <a:effectLst/>
                <a:ea typeface="+mn-lt"/>
                <a:cs typeface="+mn-lt"/>
              </a:rPr>
              <a:t>la </a:t>
            </a:r>
            <a:r>
              <a:rPr lang="es-ES" dirty="0">
                <a:ea typeface="+mn-lt"/>
                <a:cs typeface="+mn-lt"/>
              </a:rPr>
              <a:t>información necesaria acerca del uso </a:t>
            </a:r>
            <a:r>
              <a:rPr lang="es-ES" sz="1800" dirty="0">
                <a:effectLst/>
                <a:ea typeface="+mn-lt"/>
                <a:cs typeface="+mn-lt"/>
              </a:rPr>
              <a:t>de </a:t>
            </a:r>
            <a:r>
              <a:rPr lang="es-ES" dirty="0">
                <a:ea typeface="+mn-lt"/>
                <a:cs typeface="+mn-lt"/>
              </a:rPr>
              <a:t>Apis. En el apartado API </a:t>
            </a:r>
            <a:r>
              <a:rPr lang="es-ES" dirty="0" err="1">
                <a:ea typeface="+mn-lt"/>
                <a:cs typeface="+mn-lt"/>
              </a:rPr>
              <a:t>Docs</a:t>
            </a:r>
            <a:r>
              <a:rPr lang="es-ES" dirty="0">
                <a:ea typeface="+mn-lt"/>
                <a:cs typeface="+mn-lt"/>
              </a:rPr>
              <a:t> de la página presentada</a:t>
            </a:r>
            <a:endParaRPr lang="es-ES" sz="18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35BB037D-61D1-DB4E-80AE-EA60B50CD1D7}"/>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Interfaz de usuario gráfica, Aplicación&#10;&#10;El contenido generado por inteligencia artificial puede ser incorrecto.">
            <a:extLst>
              <a:ext uri="{FF2B5EF4-FFF2-40B4-BE49-F238E27FC236}">
                <a16:creationId xmlns:a16="http://schemas.microsoft.com/office/drawing/2014/main" id="{A4D895E4-441C-9E18-2455-3BF3AFE0C750}"/>
              </a:ext>
            </a:extLst>
          </p:cNvPr>
          <p:cNvPicPr>
            <a:picLocks noChangeAspect="1"/>
          </p:cNvPicPr>
          <p:nvPr/>
        </p:nvPicPr>
        <p:blipFill>
          <a:blip r:embed="rId2"/>
          <a:stretch>
            <a:fillRect/>
          </a:stretch>
        </p:blipFill>
        <p:spPr>
          <a:xfrm>
            <a:off x="1090613" y="2896129"/>
            <a:ext cx="3597275" cy="3605742"/>
          </a:xfrm>
          <a:prstGeom prst="rect">
            <a:avLst/>
          </a:prstGeom>
        </p:spPr>
      </p:pic>
      <p:pic>
        <p:nvPicPr>
          <p:cNvPr id="7" name="Imagen 6" descr="Interfaz de usuario gráfica, Aplicación&#10;&#10;El contenido generado por inteligencia artificial puede ser incorrecto.">
            <a:extLst>
              <a:ext uri="{FF2B5EF4-FFF2-40B4-BE49-F238E27FC236}">
                <a16:creationId xmlns:a16="http://schemas.microsoft.com/office/drawing/2014/main" id="{03C153A8-4CE8-C196-DC82-F7D718E24C1E}"/>
              </a:ext>
            </a:extLst>
          </p:cNvPr>
          <p:cNvPicPr>
            <a:picLocks noChangeAspect="1"/>
          </p:cNvPicPr>
          <p:nvPr/>
        </p:nvPicPr>
        <p:blipFill>
          <a:blip r:embed="rId3"/>
          <a:stretch>
            <a:fillRect/>
          </a:stretch>
        </p:blipFill>
        <p:spPr>
          <a:xfrm>
            <a:off x="5001155" y="2896129"/>
            <a:ext cx="3766609" cy="3605741"/>
          </a:xfrm>
          <a:prstGeom prst="rect">
            <a:avLst/>
          </a:prstGeom>
        </p:spPr>
      </p:pic>
    </p:spTree>
    <p:extLst>
      <p:ext uri="{BB962C8B-B14F-4D97-AF65-F5344CB8AC3E}">
        <p14:creationId xmlns:p14="http://schemas.microsoft.com/office/powerpoint/2010/main" val="300053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5DA7C-B794-99AA-2808-A250252FAE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D9DE02-919A-A6AF-F7C6-98EB5A8F913C}"/>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73BBE2A9-FB80-0D6C-80C6-B59C334CE7C2}"/>
              </a:ext>
            </a:extLst>
          </p:cNvPr>
          <p:cNvSpPr>
            <a:spLocks noGrp="1"/>
          </p:cNvSpPr>
          <p:nvPr>
            <p:ph idx="1"/>
          </p:nvPr>
        </p:nvSpPr>
        <p:spPr>
          <a:xfrm>
            <a:off x="581191" y="1948226"/>
            <a:ext cx="8589441" cy="1248504"/>
          </a:xfrm>
        </p:spPr>
        <p:txBody>
          <a:bodyPr/>
          <a:lstStyle/>
          <a:p>
            <a:pPr marL="342900" indent="-342900" algn="just">
              <a:lnSpc>
                <a:spcPct val="107000"/>
              </a:lnSpc>
              <a:spcBef>
                <a:spcPts val="0"/>
              </a:spcBef>
              <a:spcAft>
                <a:spcPts val="0"/>
              </a:spcAft>
              <a:buFont typeface="Symbol" panose="05050102010706020507" pitchFamily="18" charset="2"/>
              <a:buChar char=""/>
            </a:pPr>
            <a:r>
              <a:rPr lang="es-ES" dirty="0">
                <a:ea typeface="+mn-lt"/>
                <a:cs typeface="+mn-lt"/>
              </a:rPr>
              <a:t>Se realiza la generación de un Ticket para el api a través de la herramienta </a:t>
            </a:r>
            <a:r>
              <a:rPr lang="es-ES" dirty="0" err="1">
                <a:ea typeface="+mn-lt"/>
                <a:cs typeface="+mn-lt"/>
              </a:rPr>
              <a:t>PostMan</a:t>
            </a:r>
            <a:r>
              <a:rPr lang="es-ES" dirty="0">
                <a:ea typeface="+mn-lt"/>
                <a:cs typeface="+mn-lt"/>
              </a:rPr>
              <a:t>, el cual nos permitirá consumir </a:t>
            </a:r>
            <a:r>
              <a:rPr lang="es-ES" dirty="0" err="1">
                <a:ea typeface="+mn-lt"/>
                <a:cs typeface="+mn-lt"/>
              </a:rPr>
              <a:t>Api’s</a:t>
            </a:r>
            <a:r>
              <a:rPr lang="es-ES" dirty="0">
                <a:ea typeface="+mn-lt"/>
                <a:cs typeface="+mn-lt"/>
              </a:rPr>
              <a:t> de la simulación.</a:t>
            </a:r>
            <a:endParaRPr lang="es-ES" sz="1800" dirty="0">
              <a:effectLst/>
              <a:latin typeface="Cambria"/>
              <a:ea typeface="Calibri"/>
              <a:cs typeface="Times New Roman"/>
            </a:endParaRPr>
          </a:p>
        </p:txBody>
      </p:sp>
      <p:sp>
        <p:nvSpPr>
          <p:cNvPr id="5" name="Rectángulo 4">
            <a:extLst>
              <a:ext uri="{FF2B5EF4-FFF2-40B4-BE49-F238E27FC236}">
                <a16:creationId xmlns:a16="http://schemas.microsoft.com/office/drawing/2014/main" id="{58C5D988-E254-27E2-A884-BB13555C4170}"/>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6" name="Imagen 5" descr="Interfaz de usuario gráfica, Texto, Aplicación&#10;&#10;El contenido generado por inteligencia artificial puede ser incorrecto.">
            <a:extLst>
              <a:ext uri="{FF2B5EF4-FFF2-40B4-BE49-F238E27FC236}">
                <a16:creationId xmlns:a16="http://schemas.microsoft.com/office/drawing/2014/main" id="{8DFA7E01-BD27-CA5D-B609-C68E8EBA4557}"/>
              </a:ext>
            </a:extLst>
          </p:cNvPr>
          <p:cNvPicPr>
            <a:picLocks noChangeAspect="1"/>
          </p:cNvPicPr>
          <p:nvPr/>
        </p:nvPicPr>
        <p:blipFill>
          <a:blip r:embed="rId2"/>
          <a:stretch>
            <a:fillRect/>
          </a:stretch>
        </p:blipFill>
        <p:spPr>
          <a:xfrm>
            <a:off x="1453092" y="3065992"/>
            <a:ext cx="6174317" cy="3308350"/>
          </a:xfrm>
          <a:prstGeom prst="rect">
            <a:avLst/>
          </a:prstGeom>
        </p:spPr>
      </p:pic>
    </p:spTree>
    <p:extLst>
      <p:ext uri="{BB962C8B-B14F-4D97-AF65-F5344CB8AC3E}">
        <p14:creationId xmlns:p14="http://schemas.microsoft.com/office/powerpoint/2010/main" val="1148874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633E0-03BC-7C75-0965-81E8AB7149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4F3275-26C8-22F0-03AE-1C5048C9AA0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DB443E49-B182-1BA8-0A66-DE9AA0FD4B0E}"/>
              </a:ext>
            </a:extLst>
          </p:cNvPr>
          <p:cNvSpPr>
            <a:spLocks noGrp="1"/>
          </p:cNvSpPr>
          <p:nvPr>
            <p:ph idx="1"/>
          </p:nvPr>
        </p:nvSpPr>
        <p:spPr>
          <a:xfrm>
            <a:off x="581191" y="1948226"/>
            <a:ext cx="8589441" cy="1248504"/>
          </a:xfrm>
        </p:spPr>
        <p:txBody>
          <a:bodyPr>
            <a:normAutofit lnSpcReduction="10000"/>
          </a:bodyPr>
          <a:lstStyle/>
          <a:p>
            <a:pPr marL="305435" indent="-305435" algn="just">
              <a:buFont typeface="Wingdings 2" panose="05050102010706020507" pitchFamily="18" charset="2"/>
              <a:buChar char=""/>
            </a:pPr>
            <a:r>
              <a:rPr lang="es-ES" dirty="0">
                <a:ea typeface="+mn-lt"/>
                <a:cs typeface="+mn-lt"/>
              </a:rPr>
              <a:t>CONSUMO EN POSTMAN</a:t>
            </a:r>
            <a:endParaRPr lang="es-ES" dirty="0">
              <a:latin typeface="Cambria"/>
              <a:ea typeface="Calibri"/>
              <a:cs typeface="Times New Roman"/>
            </a:endParaRPr>
          </a:p>
          <a:p>
            <a:pPr marL="305435" indent="-305435" algn="just">
              <a:buFont typeface="Wingdings 2" panose="05050102010706020507" pitchFamily="18" charset="2"/>
              <a:buChar char=""/>
            </a:pPr>
            <a:r>
              <a:rPr lang="es-ES" dirty="0">
                <a:ea typeface="+mn-lt"/>
                <a:cs typeface="+mn-lt"/>
              </a:rPr>
              <a:t>Petición de tipo POST en la siguiente dirección: </a:t>
            </a:r>
            <a:r>
              <a:rPr lang="es-ES" dirty="0">
                <a:ea typeface="+mn-lt"/>
                <a:cs typeface="+mn-lt"/>
                <a:hlinkClick r:id="rId2"/>
              </a:rPr>
              <a:t>http://localhost:58000/api/v1/ticket</a:t>
            </a:r>
            <a:r>
              <a:rPr lang="es-ES" dirty="0">
                <a:ea typeface="+mn-lt"/>
                <a:cs typeface="+mn-lt"/>
              </a:rPr>
              <a:t> . Con formato de </a:t>
            </a:r>
            <a:r>
              <a:rPr lang="es-ES" dirty="0" err="1">
                <a:ea typeface="+mn-lt"/>
                <a:cs typeface="+mn-lt"/>
              </a:rPr>
              <a:t>Body</a:t>
            </a:r>
            <a:r>
              <a:rPr lang="es-ES" dirty="0">
                <a:ea typeface="+mn-lt"/>
                <a:cs typeface="+mn-lt"/>
              </a:rPr>
              <a:t> tipo RAW con el siguiente contenido:     Ticket obtenido: NC-146-0e0f9b097ba44e3ba00b-nbi</a:t>
            </a:r>
          </a:p>
        </p:txBody>
      </p:sp>
      <p:sp>
        <p:nvSpPr>
          <p:cNvPr id="5" name="Rectángulo 4">
            <a:extLst>
              <a:ext uri="{FF2B5EF4-FFF2-40B4-BE49-F238E27FC236}">
                <a16:creationId xmlns:a16="http://schemas.microsoft.com/office/drawing/2014/main" id="{B3F2D174-1161-35F0-2BB6-C6CD03C488F9}"/>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Captura de pantalla de un celular&#10;&#10;El contenido generado por inteligencia artificial puede ser incorrecto.">
            <a:extLst>
              <a:ext uri="{FF2B5EF4-FFF2-40B4-BE49-F238E27FC236}">
                <a16:creationId xmlns:a16="http://schemas.microsoft.com/office/drawing/2014/main" id="{E4DCF9A5-F7B0-25EE-E0C1-E8D2D38E5A89}"/>
              </a:ext>
            </a:extLst>
          </p:cNvPr>
          <p:cNvPicPr>
            <a:picLocks noChangeAspect="1"/>
          </p:cNvPicPr>
          <p:nvPr/>
        </p:nvPicPr>
        <p:blipFill>
          <a:blip r:embed="rId3"/>
          <a:stretch>
            <a:fillRect/>
          </a:stretch>
        </p:blipFill>
        <p:spPr>
          <a:xfrm>
            <a:off x="1633008" y="3191933"/>
            <a:ext cx="6216650" cy="3278717"/>
          </a:xfrm>
          <a:prstGeom prst="rect">
            <a:avLst/>
          </a:prstGeom>
        </p:spPr>
      </p:pic>
    </p:spTree>
    <p:extLst>
      <p:ext uri="{BB962C8B-B14F-4D97-AF65-F5344CB8AC3E}">
        <p14:creationId xmlns:p14="http://schemas.microsoft.com/office/powerpoint/2010/main" val="2696668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C9196-C284-C8E8-053C-762F8FCC8B6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4A000D-5B28-4FA3-9033-9CAB86A28C1B}"/>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78835E11-AF5E-7D4A-72CD-AD7687670ADB}"/>
              </a:ext>
            </a:extLst>
          </p:cNvPr>
          <p:cNvSpPr>
            <a:spLocks noGrp="1"/>
          </p:cNvSpPr>
          <p:nvPr>
            <p:ph idx="1"/>
          </p:nvPr>
        </p:nvSpPr>
        <p:spPr>
          <a:xfrm>
            <a:off x="581192" y="2054059"/>
            <a:ext cx="8589441" cy="1462883"/>
          </a:xfrm>
        </p:spPr>
        <p:txBody>
          <a:bodyPr>
            <a:normAutofit fontScale="92500" lnSpcReduction="10000"/>
          </a:bodyPr>
          <a:lstStyle/>
          <a:p>
            <a:pPr marL="305435" indent="-305435" algn="just">
              <a:buFont typeface="Wingdings 2" panose="05050102010706020507" pitchFamily="18" charset="2"/>
              <a:buChar char=""/>
            </a:pPr>
            <a:r>
              <a:rPr lang="es-ES" dirty="0">
                <a:ea typeface="+mn-lt"/>
                <a:cs typeface="+mn-lt"/>
              </a:rPr>
              <a:t>Se procede a crear una petición tipo GET en la siguiente </a:t>
            </a:r>
            <a:r>
              <a:rPr lang="es-ES" dirty="0" err="1">
                <a:ea typeface="+mn-lt"/>
                <a:cs typeface="+mn-lt"/>
              </a:rPr>
              <a:t>url</a:t>
            </a:r>
            <a:r>
              <a:rPr lang="es-ES" dirty="0">
                <a:ea typeface="+mn-lt"/>
                <a:cs typeface="+mn-lt"/>
              </a:rPr>
              <a:t>: </a:t>
            </a:r>
            <a:r>
              <a:rPr lang="es-ES" dirty="0">
                <a:ea typeface="+mn-lt"/>
                <a:cs typeface="+mn-lt"/>
                <a:hlinkClick r:id="rId2"/>
              </a:rPr>
              <a:t>http://localhost:58000/api/v1/network-device</a:t>
            </a:r>
            <a:r>
              <a:rPr lang="es-ES" dirty="0">
                <a:ea typeface="+mn-lt"/>
                <a:cs typeface="+mn-lt"/>
              </a:rPr>
              <a:t>  , para obtener todos los dispositivos de la red. Para lo cual se necesita en HEADERS, colocar la llave de autentificación de la siguiente manera:</a:t>
            </a:r>
            <a:endParaRPr lang="es-ES" dirty="0">
              <a:latin typeface="Cambria"/>
              <a:ea typeface="Calibri"/>
              <a:cs typeface="Times New Roman"/>
            </a:endParaRPr>
          </a:p>
          <a:p>
            <a:pPr marL="305435" indent="-305435" algn="just">
              <a:buFont typeface="Wingdings 2" panose="05050102010706020507" pitchFamily="18" charset="2"/>
              <a:buChar char=""/>
            </a:pPr>
            <a:r>
              <a:rPr lang="es-ES" dirty="0">
                <a:ea typeface="+mn-lt"/>
                <a:cs typeface="+mn-lt"/>
              </a:rPr>
              <a:t>X-</a:t>
            </a:r>
            <a:r>
              <a:rPr lang="es-ES" dirty="0" err="1">
                <a:ea typeface="+mn-lt"/>
                <a:cs typeface="+mn-lt"/>
              </a:rPr>
              <a:t>Auth</a:t>
            </a:r>
            <a:r>
              <a:rPr lang="es-ES" dirty="0">
                <a:ea typeface="+mn-lt"/>
                <a:cs typeface="+mn-lt"/>
              </a:rPr>
              <a:t>-Token: NC-146-0e0f9b097ba44e3ba00b-nbi</a:t>
            </a:r>
            <a:endParaRPr lang="es-ES" dirty="0"/>
          </a:p>
          <a:p>
            <a:pPr marL="342900" indent="-342900" algn="just">
              <a:lnSpc>
                <a:spcPct val="107000"/>
              </a:lnSpc>
              <a:spcBef>
                <a:spcPts val="0"/>
              </a:spcBef>
              <a:spcAft>
                <a:spcPts val="0"/>
              </a:spcAft>
              <a:buFont typeface="Symbol" panose="05050102010706020507" pitchFamily="18" charset="2"/>
              <a:buChar char=""/>
            </a:pPr>
            <a:endParaRPr lang="es-ES" dirty="0">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B7AF70B9-DB9F-C417-2E45-F4E301D24F5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6" name="Imagen 5" descr="Captura de pantalla de un celular&#10;&#10;El contenido generado por inteligencia artificial puede ser incorrecto.">
            <a:extLst>
              <a:ext uri="{FF2B5EF4-FFF2-40B4-BE49-F238E27FC236}">
                <a16:creationId xmlns:a16="http://schemas.microsoft.com/office/drawing/2014/main" id="{07FB991F-52D0-42BC-9C64-53418879950E}"/>
              </a:ext>
            </a:extLst>
          </p:cNvPr>
          <p:cNvPicPr>
            <a:picLocks noChangeAspect="1"/>
          </p:cNvPicPr>
          <p:nvPr/>
        </p:nvPicPr>
        <p:blipFill>
          <a:blip r:embed="rId3"/>
          <a:stretch>
            <a:fillRect/>
          </a:stretch>
        </p:blipFill>
        <p:spPr>
          <a:xfrm>
            <a:off x="2032000" y="3431647"/>
            <a:ext cx="4868334" cy="3339042"/>
          </a:xfrm>
          <a:prstGeom prst="rect">
            <a:avLst/>
          </a:prstGeom>
        </p:spPr>
      </p:pic>
    </p:spTree>
    <p:extLst>
      <p:ext uri="{BB962C8B-B14F-4D97-AF65-F5344CB8AC3E}">
        <p14:creationId xmlns:p14="http://schemas.microsoft.com/office/powerpoint/2010/main" val="14725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5C31D-2689-E26C-C4B0-4CB36402FB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D1813C-07F2-1AC2-11AE-41C5A028FF69}"/>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AB042D65-EC89-409A-AD3F-195AE2C956F1}"/>
              </a:ext>
            </a:extLst>
          </p:cNvPr>
          <p:cNvSpPr>
            <a:spLocks noGrp="1"/>
          </p:cNvSpPr>
          <p:nvPr>
            <p:ph idx="1"/>
          </p:nvPr>
        </p:nvSpPr>
        <p:spPr>
          <a:xfrm>
            <a:off x="454192" y="1878210"/>
            <a:ext cx="8589441" cy="1138767"/>
          </a:xfrm>
        </p:spPr>
        <p:txBody>
          <a:bodyPr>
            <a:normAutofit fontScale="92500" lnSpcReduction="20000"/>
          </a:bodyPr>
          <a:lstStyle/>
          <a:p>
            <a:pPr marL="305435" indent="-305435" algn="just">
              <a:buFont typeface="Wingdings 2" panose="05050102010706020507" pitchFamily="18" charset="2"/>
              <a:buChar char=""/>
            </a:pPr>
            <a:r>
              <a:rPr lang="es-ES" dirty="0">
                <a:ea typeface="+mn-lt"/>
                <a:cs typeface="+mn-lt"/>
              </a:rPr>
              <a:t>Se procede a crear una petición tipo GET en la siguiente </a:t>
            </a:r>
            <a:r>
              <a:rPr lang="es-ES" dirty="0" err="1">
                <a:ea typeface="+mn-lt"/>
                <a:cs typeface="+mn-lt"/>
              </a:rPr>
              <a:t>url</a:t>
            </a:r>
            <a:r>
              <a:rPr lang="es-ES" dirty="0">
                <a:ea typeface="+mn-lt"/>
                <a:cs typeface="+mn-lt"/>
              </a:rPr>
              <a:t>: </a:t>
            </a:r>
            <a:r>
              <a:rPr lang="es-ES" dirty="0">
                <a:ea typeface="+mn-lt"/>
                <a:cs typeface="+mn-lt"/>
                <a:hlinkClick r:id="rId2"/>
              </a:rPr>
              <a:t>http://localhost:58000/api/v1/host</a:t>
            </a:r>
            <a:r>
              <a:rPr lang="es-ES" dirty="0">
                <a:ea typeface="+mn-lt"/>
                <a:cs typeface="+mn-lt"/>
              </a:rPr>
              <a:t> , para obtener todos los hosts de la red. Para lo cual se necesita en HEADERS, colocar la llave de autentificación de la siguiente manera:</a:t>
            </a:r>
          </a:p>
          <a:p>
            <a:pPr marL="305435" indent="-305435" algn="just">
              <a:buFont typeface="Wingdings 2" panose="05050102010706020507" pitchFamily="18" charset="2"/>
              <a:buChar char=""/>
            </a:pPr>
            <a:r>
              <a:rPr lang="es-ES" dirty="0">
                <a:ea typeface="+mn-lt"/>
                <a:cs typeface="+mn-lt"/>
              </a:rPr>
              <a:t>X-</a:t>
            </a:r>
            <a:r>
              <a:rPr lang="es-ES" dirty="0" err="1">
                <a:ea typeface="+mn-lt"/>
                <a:cs typeface="+mn-lt"/>
              </a:rPr>
              <a:t>Auth</a:t>
            </a:r>
            <a:r>
              <a:rPr lang="es-ES" dirty="0">
                <a:ea typeface="+mn-lt"/>
                <a:cs typeface="+mn-lt"/>
              </a:rPr>
              <a:t>-Token: NC-146-0e0f9b097ba44e3ba00b-nbi</a:t>
            </a:r>
            <a:endParaRPr lang="es-ES" dirty="0"/>
          </a:p>
        </p:txBody>
      </p:sp>
      <p:sp>
        <p:nvSpPr>
          <p:cNvPr id="5" name="Rectángulo 4">
            <a:extLst>
              <a:ext uri="{FF2B5EF4-FFF2-40B4-BE49-F238E27FC236}">
                <a16:creationId xmlns:a16="http://schemas.microsoft.com/office/drawing/2014/main" id="{9325A8C3-10C1-095F-EEE2-234173D49045}"/>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6" name="Imagen 5" descr="Texto&#10;&#10;El contenido generado por inteligencia artificial puede ser incorrecto.">
            <a:extLst>
              <a:ext uri="{FF2B5EF4-FFF2-40B4-BE49-F238E27FC236}">
                <a16:creationId xmlns:a16="http://schemas.microsoft.com/office/drawing/2014/main" id="{03D0D73D-F9B0-5AD0-7329-F8A527689212}"/>
              </a:ext>
            </a:extLst>
          </p:cNvPr>
          <p:cNvPicPr>
            <a:picLocks noChangeAspect="1"/>
          </p:cNvPicPr>
          <p:nvPr/>
        </p:nvPicPr>
        <p:blipFill>
          <a:blip r:embed="rId3"/>
          <a:stretch>
            <a:fillRect/>
          </a:stretch>
        </p:blipFill>
        <p:spPr>
          <a:xfrm>
            <a:off x="1891771" y="3017308"/>
            <a:ext cx="5508625" cy="3754967"/>
          </a:xfrm>
          <a:prstGeom prst="rect">
            <a:avLst/>
          </a:prstGeom>
        </p:spPr>
      </p:pic>
    </p:spTree>
    <p:extLst>
      <p:ext uri="{BB962C8B-B14F-4D97-AF65-F5344CB8AC3E}">
        <p14:creationId xmlns:p14="http://schemas.microsoft.com/office/powerpoint/2010/main" val="1203839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2BDEE-81B4-6DBB-0CE9-E90382EA58A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D349C27-29BC-3B7E-1828-0E668A93FCD4}"/>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20668F97-704E-9E8F-322E-6A19E1798FE0}"/>
              </a:ext>
            </a:extLst>
          </p:cNvPr>
          <p:cNvSpPr>
            <a:spLocks noGrp="1"/>
          </p:cNvSpPr>
          <p:nvPr>
            <p:ph idx="1"/>
          </p:nvPr>
        </p:nvSpPr>
        <p:spPr>
          <a:xfrm>
            <a:off x="439492" y="1977297"/>
            <a:ext cx="8589441" cy="1309886"/>
          </a:xfrm>
        </p:spPr>
        <p:txBody>
          <a:bodyPr>
            <a:normAutofit fontScale="62500" lnSpcReduction="20000"/>
          </a:bodyPr>
          <a:lstStyle/>
          <a:p>
            <a:pPr marL="305435" indent="-305435" algn="just">
              <a:buFont typeface="Wingdings 2" panose="05050102010706020507" pitchFamily="18" charset="2"/>
              <a:buChar char=""/>
            </a:pPr>
            <a:r>
              <a:rPr lang="es-ES" sz="1800" dirty="0">
                <a:effectLst/>
                <a:ea typeface="+mn-lt"/>
                <a:cs typeface="+mn-lt"/>
              </a:rPr>
              <a:t>Se </a:t>
            </a:r>
            <a:r>
              <a:rPr lang="es-ES" dirty="0">
                <a:ea typeface="+mn-lt"/>
                <a:cs typeface="+mn-lt"/>
              </a:rPr>
              <a:t>procede a abrir los scripts de nombres: 01_get-ticket, 02_get-network-device y 03_get-host en editor de texto Visual </a:t>
            </a:r>
            <a:r>
              <a:rPr lang="es-ES" dirty="0" err="1">
                <a:ea typeface="+mn-lt"/>
                <a:cs typeface="+mn-lt"/>
              </a:rPr>
              <a:t>Code</a:t>
            </a:r>
            <a:r>
              <a:rPr lang="es-ES" dirty="0">
                <a:ea typeface="+mn-lt"/>
                <a:cs typeface="+mn-lt"/>
              </a:rPr>
              <a:t>.</a:t>
            </a:r>
            <a:endParaRPr lang="es-ES" dirty="0">
              <a:latin typeface="Cambria" panose="02040503050406030204" pitchFamily="18" charset="0"/>
              <a:ea typeface="Calibri" panose="020F0502020204030204" pitchFamily="34" charset="0"/>
              <a:cs typeface="Times New Roman" panose="02020603050405020304" pitchFamily="18" charset="0"/>
            </a:endParaRPr>
          </a:p>
          <a:p>
            <a:pPr marL="305435" indent="-305435" algn="just">
              <a:buFont typeface="Wingdings 2" panose="05050102010706020507" pitchFamily="18" charset="2"/>
              <a:buChar char=""/>
            </a:pPr>
            <a:r>
              <a:rPr lang="es-ES" dirty="0">
                <a:ea typeface="+mn-lt"/>
                <a:cs typeface="+mn-lt"/>
              </a:rPr>
              <a:t>01_get-ticket: Obtener ticket para consumo </a:t>
            </a:r>
            <a:r>
              <a:rPr lang="es-ES" sz="1800" dirty="0">
                <a:effectLst/>
                <a:ea typeface="+mn-lt"/>
                <a:cs typeface="+mn-lt"/>
              </a:rPr>
              <a:t>de </a:t>
            </a:r>
            <a:r>
              <a:rPr lang="es-ES" dirty="0">
                <a:ea typeface="+mn-lt"/>
                <a:cs typeface="+mn-lt"/>
              </a:rPr>
              <a:t>Apis</a:t>
            </a:r>
          </a:p>
          <a:p>
            <a:pPr marL="305435" indent="-305435" algn="just">
              <a:buFont typeface="Wingdings 2" panose="05050102010706020507" pitchFamily="18" charset="2"/>
              <a:buChar char=""/>
            </a:pPr>
            <a:r>
              <a:rPr lang="es-ES" dirty="0">
                <a:ea typeface="+mn-lt"/>
                <a:cs typeface="+mn-lt"/>
              </a:rPr>
              <a:t>02_get-network-device: Obtener los dispositivos dentro de la red.</a:t>
            </a:r>
            <a:endParaRPr lang="es-ES" dirty="0"/>
          </a:p>
          <a:p>
            <a:pPr marL="305435" indent="-305435" algn="just">
              <a:buFont typeface="Wingdings 2" panose="05050102010706020507" pitchFamily="18" charset="2"/>
              <a:buChar char=""/>
            </a:pPr>
            <a:r>
              <a:rPr lang="es-ES" dirty="0">
                <a:ea typeface="+mn-lt"/>
                <a:cs typeface="+mn-lt"/>
              </a:rPr>
              <a:t>03_get-host: Obtener los hosts en la red</a:t>
            </a:r>
            <a:endParaRPr lang="es-ES" dirty="0"/>
          </a:p>
          <a:p>
            <a:pPr marL="305435" indent="-305435" algn="just">
              <a:buFont typeface="Wingdings 2" panose="05050102010706020507" pitchFamily="18" charset="2"/>
              <a:buChar char=""/>
            </a:pPr>
            <a:r>
              <a:rPr lang="es-ES" dirty="0" err="1">
                <a:ea typeface="+mn-lt"/>
                <a:cs typeface="+mn-lt"/>
              </a:rPr>
              <a:t>pip</a:t>
            </a:r>
            <a:r>
              <a:rPr lang="es-ES" dirty="0">
                <a:ea typeface="+mn-lt"/>
                <a:cs typeface="+mn-lt"/>
              </a:rPr>
              <a:t> </a:t>
            </a:r>
            <a:r>
              <a:rPr lang="es-ES" dirty="0" err="1">
                <a:ea typeface="+mn-lt"/>
                <a:cs typeface="+mn-lt"/>
              </a:rPr>
              <a:t>install</a:t>
            </a:r>
            <a:r>
              <a:rPr lang="es-ES" dirty="0">
                <a:ea typeface="+mn-lt"/>
                <a:cs typeface="+mn-lt"/>
              </a:rPr>
              <a:t> </a:t>
            </a:r>
            <a:r>
              <a:rPr lang="es-ES" dirty="0" err="1">
                <a:ea typeface="+mn-lt"/>
                <a:cs typeface="+mn-lt"/>
              </a:rPr>
              <a:t>requests</a:t>
            </a:r>
            <a:r>
              <a:rPr lang="es-ES" dirty="0">
                <a:ea typeface="+mn-lt"/>
                <a:cs typeface="+mn-lt"/>
              </a:rPr>
              <a:t>, necesario para proporcionar las librerías de peticiones HTTP para Python</a:t>
            </a:r>
            <a:endParaRPr lang="es-ES" dirty="0"/>
          </a:p>
        </p:txBody>
      </p:sp>
      <p:sp>
        <p:nvSpPr>
          <p:cNvPr id="5" name="Rectángulo 4">
            <a:extLst>
              <a:ext uri="{FF2B5EF4-FFF2-40B4-BE49-F238E27FC236}">
                <a16:creationId xmlns:a16="http://schemas.microsoft.com/office/drawing/2014/main" id="{0157DA3F-05E1-9455-6F8E-1CAD1B50236A}"/>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7" name="Imagen 6" descr="Interfaz de usuario gráfica, Texto, Aplicación, Correo electrónico&#10;&#10;El contenido generado por IA puede ser incorrecto.">
            <a:extLst>
              <a:ext uri="{FF2B5EF4-FFF2-40B4-BE49-F238E27FC236}">
                <a16:creationId xmlns:a16="http://schemas.microsoft.com/office/drawing/2014/main" id="{D4D84576-791E-C3D4-327B-4C1B2482FA31}"/>
              </a:ext>
            </a:extLst>
          </p:cNvPr>
          <p:cNvPicPr>
            <a:picLocks noChangeAspect="1"/>
          </p:cNvPicPr>
          <p:nvPr/>
        </p:nvPicPr>
        <p:blipFill>
          <a:blip r:embed="rId2"/>
          <a:stretch>
            <a:fillRect/>
          </a:stretch>
        </p:blipFill>
        <p:spPr>
          <a:xfrm>
            <a:off x="851138" y="3287183"/>
            <a:ext cx="3381847" cy="2767399"/>
          </a:xfrm>
          <a:prstGeom prst="rect">
            <a:avLst/>
          </a:prstGeom>
        </p:spPr>
      </p:pic>
      <p:pic>
        <p:nvPicPr>
          <p:cNvPr id="10" name="Imagen 9" descr="Texto&#10;&#10;El contenido generado por IA puede ser incorrecto.">
            <a:extLst>
              <a:ext uri="{FF2B5EF4-FFF2-40B4-BE49-F238E27FC236}">
                <a16:creationId xmlns:a16="http://schemas.microsoft.com/office/drawing/2014/main" id="{05142BC2-171A-75B9-CDE0-4C4246719126}"/>
              </a:ext>
            </a:extLst>
          </p:cNvPr>
          <p:cNvPicPr>
            <a:picLocks noChangeAspect="1"/>
          </p:cNvPicPr>
          <p:nvPr/>
        </p:nvPicPr>
        <p:blipFill>
          <a:blip r:embed="rId3"/>
          <a:stretch>
            <a:fillRect/>
          </a:stretch>
        </p:blipFill>
        <p:spPr>
          <a:xfrm>
            <a:off x="4789477" y="3429000"/>
            <a:ext cx="4037727" cy="2337937"/>
          </a:xfrm>
          <a:prstGeom prst="rect">
            <a:avLst/>
          </a:prstGeom>
        </p:spPr>
      </p:pic>
    </p:spTree>
    <p:extLst>
      <p:ext uri="{BB962C8B-B14F-4D97-AF65-F5344CB8AC3E}">
        <p14:creationId xmlns:p14="http://schemas.microsoft.com/office/powerpoint/2010/main" val="4202350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DE57E-0328-D954-AFD1-D16207AF7F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D20C4A-7331-DFC9-D0C4-511AF281E086}"/>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03C8C46A-7952-3D1E-7DDA-65C438C0EEFF}"/>
              </a:ext>
            </a:extLst>
          </p:cNvPr>
          <p:cNvSpPr>
            <a:spLocks noGrp="1"/>
          </p:cNvSpPr>
          <p:nvPr>
            <p:ph idx="1"/>
          </p:nvPr>
        </p:nvSpPr>
        <p:spPr>
          <a:xfrm>
            <a:off x="344242" y="1215297"/>
            <a:ext cx="8589441" cy="1309886"/>
          </a:xfrm>
        </p:spPr>
        <p:txBody>
          <a:bodyPr>
            <a:normAutofit/>
          </a:bodyPr>
          <a:lstStyle/>
          <a:p>
            <a:pPr marL="0" indent="0" algn="just">
              <a:buNone/>
            </a:pPr>
            <a:endParaRPr lang="es-ES" sz="1600" dirty="0"/>
          </a:p>
          <a:p>
            <a:pPr marL="305435" indent="-305435" algn="just">
              <a:buFont typeface="Wingdings 2" panose="05050102010706020507" pitchFamily="18" charset="2"/>
              <a:buChar char=""/>
            </a:pPr>
            <a:r>
              <a:rPr lang="es-ES" sz="1600" dirty="0">
                <a:ea typeface="+mn-lt"/>
                <a:cs typeface="+mn-lt"/>
              </a:rPr>
              <a:t>03_get-host: Obtener los hosts en la red</a:t>
            </a:r>
            <a:endParaRPr lang="es-ES" sz="1600" dirty="0"/>
          </a:p>
        </p:txBody>
      </p:sp>
      <p:sp>
        <p:nvSpPr>
          <p:cNvPr id="5" name="Rectángulo 4">
            <a:extLst>
              <a:ext uri="{FF2B5EF4-FFF2-40B4-BE49-F238E27FC236}">
                <a16:creationId xmlns:a16="http://schemas.microsoft.com/office/drawing/2014/main" id="{2533F494-A850-E179-5A27-30AAA7DD5D7E}"/>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7" name="Imagen 6" descr="Interfaz de usuario gráfica, Texto&#10;&#10;El contenido generado por IA puede ser incorrecto.">
            <a:extLst>
              <a:ext uri="{FF2B5EF4-FFF2-40B4-BE49-F238E27FC236}">
                <a16:creationId xmlns:a16="http://schemas.microsoft.com/office/drawing/2014/main" id="{6609B126-198E-F99E-3D77-5A8F91398D89}"/>
              </a:ext>
            </a:extLst>
          </p:cNvPr>
          <p:cNvPicPr>
            <a:picLocks noChangeAspect="1"/>
          </p:cNvPicPr>
          <p:nvPr/>
        </p:nvPicPr>
        <p:blipFill>
          <a:blip r:embed="rId2"/>
          <a:stretch>
            <a:fillRect/>
          </a:stretch>
        </p:blipFill>
        <p:spPr>
          <a:xfrm>
            <a:off x="1483012" y="2229097"/>
            <a:ext cx="6620799" cy="4315427"/>
          </a:xfrm>
          <a:prstGeom prst="rect">
            <a:avLst/>
          </a:prstGeom>
        </p:spPr>
      </p:pic>
    </p:spTree>
    <p:extLst>
      <p:ext uri="{BB962C8B-B14F-4D97-AF65-F5344CB8AC3E}">
        <p14:creationId xmlns:p14="http://schemas.microsoft.com/office/powerpoint/2010/main" val="1917879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6983D-406A-C9DE-A11B-7397B4725C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81EAC7-A68E-849E-5F3E-4062F3AA330B}"/>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36373CB3-134C-4A47-927F-05A938135952}"/>
              </a:ext>
            </a:extLst>
          </p:cNvPr>
          <p:cNvSpPr>
            <a:spLocks noGrp="1"/>
          </p:cNvSpPr>
          <p:nvPr>
            <p:ph idx="1"/>
          </p:nvPr>
        </p:nvSpPr>
        <p:spPr>
          <a:xfrm>
            <a:off x="581191" y="1948226"/>
            <a:ext cx="8589441" cy="1248504"/>
          </a:xfrm>
        </p:spPr>
        <p:txBody>
          <a:bodyPr/>
          <a:lstStyle/>
          <a:p>
            <a:pPr marL="305435" indent="-305435" algn="just">
              <a:buFont typeface="Wingdings 2" panose="05050102010706020507" pitchFamily="18" charset="2"/>
              <a:buChar char=""/>
            </a:pPr>
            <a:r>
              <a:rPr lang="es-ES" dirty="0">
                <a:ea typeface="+mn-lt"/>
                <a:cs typeface="+mn-lt"/>
              </a:rPr>
              <a:t>CONSUMO DENTRO DE PACKET TRACER</a:t>
            </a:r>
            <a:endParaRPr lang="es-ES" dirty="0">
              <a:latin typeface="Cambria"/>
              <a:ea typeface="Calibri"/>
              <a:cs typeface="Times New Roman"/>
            </a:endParaRPr>
          </a:p>
          <a:p>
            <a:pPr marL="305435" indent="-305435" algn="just">
              <a:buFont typeface="Wingdings 2" panose="05050102010706020507" pitchFamily="18" charset="2"/>
              <a:buChar char=""/>
            </a:pPr>
            <a:r>
              <a:rPr lang="es-ES" dirty="0">
                <a:ea typeface="+mn-lt"/>
                <a:cs typeface="+mn-lt"/>
              </a:rPr>
              <a:t>Se procede a ingresar al apartado </a:t>
            </a:r>
            <a:r>
              <a:rPr lang="es-ES" dirty="0" err="1">
                <a:ea typeface="+mn-lt"/>
                <a:cs typeface="+mn-lt"/>
              </a:rPr>
              <a:t>Programming</a:t>
            </a:r>
            <a:r>
              <a:rPr lang="es-ES" dirty="0">
                <a:ea typeface="+mn-lt"/>
                <a:cs typeface="+mn-lt"/>
              </a:rPr>
              <a:t> dentro de la computadora del administrador.</a:t>
            </a:r>
          </a:p>
        </p:txBody>
      </p:sp>
      <p:sp>
        <p:nvSpPr>
          <p:cNvPr id="5" name="Rectángulo 4">
            <a:extLst>
              <a:ext uri="{FF2B5EF4-FFF2-40B4-BE49-F238E27FC236}">
                <a16:creationId xmlns:a16="http://schemas.microsoft.com/office/drawing/2014/main" id="{A6F5EF1A-6978-FD85-0234-34760DCF8689}"/>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Interfaz de usuario gráfica, Aplicación&#10;&#10;El contenido generado por inteligencia artificial puede ser incorrecto.">
            <a:extLst>
              <a:ext uri="{FF2B5EF4-FFF2-40B4-BE49-F238E27FC236}">
                <a16:creationId xmlns:a16="http://schemas.microsoft.com/office/drawing/2014/main" id="{3E2B795A-8A78-B522-D2A2-70A4BE1A2738}"/>
              </a:ext>
            </a:extLst>
          </p:cNvPr>
          <p:cNvPicPr>
            <a:picLocks noChangeAspect="1"/>
          </p:cNvPicPr>
          <p:nvPr/>
        </p:nvPicPr>
        <p:blipFill>
          <a:blip r:embed="rId2"/>
          <a:stretch>
            <a:fillRect/>
          </a:stretch>
        </p:blipFill>
        <p:spPr>
          <a:xfrm>
            <a:off x="2557463" y="2977091"/>
            <a:ext cx="3923242" cy="3793067"/>
          </a:xfrm>
          <a:prstGeom prst="rect">
            <a:avLst/>
          </a:prstGeom>
        </p:spPr>
      </p:pic>
    </p:spTree>
    <p:extLst>
      <p:ext uri="{BB962C8B-B14F-4D97-AF65-F5344CB8AC3E}">
        <p14:creationId xmlns:p14="http://schemas.microsoft.com/office/powerpoint/2010/main" val="1941564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23709-5FCC-CF5E-7729-DD566E321A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8A87B08-28C5-3EBE-95B8-FA9DBC35EB88}"/>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2D7C54AD-7E74-1756-85F7-37638D7BF5AE}"/>
              </a:ext>
            </a:extLst>
          </p:cNvPr>
          <p:cNvSpPr>
            <a:spLocks noGrp="1"/>
          </p:cNvSpPr>
          <p:nvPr>
            <p:ph idx="1"/>
          </p:nvPr>
        </p:nvSpPr>
        <p:spPr>
          <a:xfrm>
            <a:off x="439492" y="1977297"/>
            <a:ext cx="8589441" cy="844220"/>
          </a:xfrm>
        </p:spPr>
        <p:txBody>
          <a:bodyPr>
            <a:normAutofit/>
          </a:bodyPr>
          <a:lstStyle/>
          <a:p>
            <a:pPr marL="305435" indent="-305435" algn="just">
              <a:buFont typeface="Wingdings 2" panose="05050102010706020507" pitchFamily="18" charset="2"/>
              <a:buChar char=""/>
            </a:pPr>
            <a:r>
              <a:rPr lang="es-ES" dirty="0">
                <a:ea typeface="+mn-lt"/>
                <a:cs typeface="+mn-lt"/>
              </a:rPr>
              <a:t>    </a:t>
            </a:r>
            <a:r>
              <a:rPr lang="es-ES" sz="1800" dirty="0">
                <a:effectLst/>
                <a:ea typeface="+mn-lt"/>
                <a:cs typeface="+mn-lt"/>
              </a:rPr>
              <a:t>Se </a:t>
            </a:r>
            <a:r>
              <a:rPr lang="es-ES" dirty="0">
                <a:ea typeface="+mn-lt"/>
                <a:cs typeface="+mn-lt"/>
              </a:rPr>
              <a:t>procede a crear el primer script encargado de obtener el ticket para utilizar las </a:t>
            </a:r>
            <a:r>
              <a:rPr lang="es-ES" dirty="0" err="1">
                <a:ea typeface="+mn-lt"/>
                <a:cs typeface="+mn-lt"/>
              </a:rPr>
              <a:t>apis</a:t>
            </a:r>
            <a:r>
              <a:rPr lang="es-ES" dirty="0">
                <a:ea typeface="+mn-lt"/>
                <a:cs typeface="+mn-lt"/>
              </a:rPr>
              <a:t>.</a:t>
            </a:r>
            <a:endParaRPr lang="es-ES" dirty="0">
              <a:latin typeface="Cambria" panose="02040503050406030204" pitchFamily="18" charset="0"/>
              <a:ea typeface="Calibri" panose="020F0502020204030204" pitchFamily="34" charset="0"/>
              <a:cs typeface="Times New Roman" panose="02020603050405020304" pitchFamily="18" charset="0"/>
            </a:endParaRPr>
          </a:p>
        </p:txBody>
      </p:sp>
      <p:sp>
        <p:nvSpPr>
          <p:cNvPr id="5" name="Rectángulo 4">
            <a:extLst>
              <a:ext uri="{FF2B5EF4-FFF2-40B4-BE49-F238E27FC236}">
                <a16:creationId xmlns:a16="http://schemas.microsoft.com/office/drawing/2014/main" id="{3E004072-9950-67D6-749F-CB3C72E25E51}"/>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Interfaz de usuario gráfica, Aplicación&#10;&#10;El contenido generado por inteligencia artificial puede ser incorrecto.">
            <a:extLst>
              <a:ext uri="{FF2B5EF4-FFF2-40B4-BE49-F238E27FC236}">
                <a16:creationId xmlns:a16="http://schemas.microsoft.com/office/drawing/2014/main" id="{7B368EC7-D5C2-FA50-B76E-925BB893D8A0}"/>
              </a:ext>
            </a:extLst>
          </p:cNvPr>
          <p:cNvPicPr>
            <a:picLocks noChangeAspect="1"/>
          </p:cNvPicPr>
          <p:nvPr/>
        </p:nvPicPr>
        <p:blipFill>
          <a:blip r:embed="rId2"/>
          <a:stretch>
            <a:fillRect/>
          </a:stretch>
        </p:blipFill>
        <p:spPr>
          <a:xfrm>
            <a:off x="2633663" y="2553758"/>
            <a:ext cx="4204759" cy="4036484"/>
          </a:xfrm>
          <a:prstGeom prst="rect">
            <a:avLst/>
          </a:prstGeom>
        </p:spPr>
      </p:pic>
    </p:spTree>
    <p:extLst>
      <p:ext uri="{BB962C8B-B14F-4D97-AF65-F5344CB8AC3E}">
        <p14:creationId xmlns:p14="http://schemas.microsoft.com/office/powerpoint/2010/main" val="2388076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31094-7FA7-864D-7F51-022704C8B8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BD85D6B-6326-74D2-0B51-5F3B44B4EF6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E2C9B799-7E98-EC55-6FF4-29CB6682ACB3}"/>
              </a:ext>
            </a:extLst>
          </p:cNvPr>
          <p:cNvSpPr>
            <a:spLocks noGrp="1"/>
          </p:cNvSpPr>
          <p:nvPr>
            <p:ph idx="1"/>
          </p:nvPr>
        </p:nvSpPr>
        <p:spPr>
          <a:xfrm>
            <a:off x="344242" y="1215297"/>
            <a:ext cx="8589441" cy="1309886"/>
          </a:xfrm>
        </p:spPr>
        <p:txBody>
          <a:bodyPr>
            <a:normAutofit/>
          </a:bodyPr>
          <a:lstStyle/>
          <a:p>
            <a:pPr marL="0" indent="0" algn="just">
              <a:buNone/>
            </a:pPr>
            <a:endParaRPr lang="es-ES" sz="1600" dirty="0"/>
          </a:p>
          <a:p>
            <a:pPr marL="305435" indent="-305435" algn="just">
              <a:buFont typeface="Wingdings 2" panose="05050102010706020507" pitchFamily="18" charset="2"/>
              <a:buChar char=""/>
            </a:pPr>
            <a:r>
              <a:rPr lang="es-ES" sz="1600" dirty="0">
                <a:ea typeface="+mn-lt"/>
                <a:cs typeface="+mn-lt"/>
              </a:rPr>
              <a:t>Se procede a insertar el código visto en la sección anterior</a:t>
            </a:r>
            <a:endParaRPr lang="es-ES" sz="1600" dirty="0"/>
          </a:p>
        </p:txBody>
      </p:sp>
      <p:sp>
        <p:nvSpPr>
          <p:cNvPr id="5" name="Rectángulo 4">
            <a:extLst>
              <a:ext uri="{FF2B5EF4-FFF2-40B4-BE49-F238E27FC236}">
                <a16:creationId xmlns:a16="http://schemas.microsoft.com/office/drawing/2014/main" id="{E56696DA-1567-8F91-29A8-36E54399AE75}"/>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6" name="Imagen 5" descr="Interfaz de usuario gráfica, Texto, Aplicación&#10;&#10;El contenido generado por inteligencia artificial puede ser incorrecto.">
            <a:extLst>
              <a:ext uri="{FF2B5EF4-FFF2-40B4-BE49-F238E27FC236}">
                <a16:creationId xmlns:a16="http://schemas.microsoft.com/office/drawing/2014/main" id="{4164749F-A7F8-F090-D059-5966B5B3B12B}"/>
              </a:ext>
            </a:extLst>
          </p:cNvPr>
          <p:cNvPicPr>
            <a:picLocks noChangeAspect="1"/>
          </p:cNvPicPr>
          <p:nvPr/>
        </p:nvPicPr>
        <p:blipFill>
          <a:blip r:embed="rId2"/>
          <a:stretch>
            <a:fillRect/>
          </a:stretch>
        </p:blipFill>
        <p:spPr>
          <a:xfrm>
            <a:off x="2074863" y="2348442"/>
            <a:ext cx="4941359" cy="4066117"/>
          </a:xfrm>
          <a:prstGeom prst="rect">
            <a:avLst/>
          </a:prstGeom>
        </p:spPr>
      </p:pic>
    </p:spTree>
    <p:extLst>
      <p:ext uri="{BB962C8B-B14F-4D97-AF65-F5344CB8AC3E}">
        <p14:creationId xmlns:p14="http://schemas.microsoft.com/office/powerpoint/2010/main" val="583295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1ADB0-5704-609E-5D0D-FCF9F09C9C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D40D51-375E-CEC4-5C83-778B08823859}"/>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9BAA12E8-F1D8-69A5-4212-F7F94D42598F}"/>
              </a:ext>
            </a:extLst>
          </p:cNvPr>
          <p:cNvSpPr>
            <a:spLocks noGrp="1"/>
          </p:cNvSpPr>
          <p:nvPr>
            <p:ph idx="1"/>
          </p:nvPr>
        </p:nvSpPr>
        <p:spPr>
          <a:xfrm>
            <a:off x="581191" y="1948226"/>
            <a:ext cx="8589441" cy="1248504"/>
          </a:xfrm>
        </p:spPr>
        <p:txBody>
          <a:bodyPr/>
          <a:lstStyle/>
          <a:p>
            <a:pPr marL="305435" indent="-305435" algn="just">
              <a:buFont typeface="Wingdings 2" panose="05050102010706020507" pitchFamily="18" charset="2"/>
              <a:buChar char=""/>
            </a:pPr>
            <a:r>
              <a:rPr lang="es-ES" dirty="0">
                <a:ea typeface="+mn-lt"/>
                <a:cs typeface="+mn-lt"/>
              </a:rPr>
              <a:t>CONSUMO DENTRO DE PACKET TRACER</a:t>
            </a:r>
            <a:endParaRPr lang="es-ES" dirty="0">
              <a:latin typeface="Cambria"/>
              <a:ea typeface="Calibri"/>
              <a:cs typeface="Times New Roman"/>
            </a:endParaRPr>
          </a:p>
          <a:p>
            <a:pPr marL="305435" indent="-305435" algn="just">
              <a:buFont typeface="Wingdings 2" panose="05050102010706020507" pitchFamily="18" charset="2"/>
              <a:buChar char=""/>
            </a:pPr>
            <a:r>
              <a:rPr lang="es-ES" dirty="0">
                <a:ea typeface="+mn-lt"/>
                <a:cs typeface="+mn-lt"/>
              </a:rPr>
              <a:t>Se procede a ingresar al apartado </a:t>
            </a:r>
            <a:r>
              <a:rPr lang="es-ES" dirty="0" err="1">
                <a:ea typeface="+mn-lt"/>
                <a:cs typeface="+mn-lt"/>
              </a:rPr>
              <a:t>Programming</a:t>
            </a:r>
            <a:r>
              <a:rPr lang="es-ES" dirty="0">
                <a:ea typeface="+mn-lt"/>
                <a:cs typeface="+mn-lt"/>
              </a:rPr>
              <a:t> dentro de la computadora del administrador.</a:t>
            </a:r>
          </a:p>
        </p:txBody>
      </p:sp>
      <p:sp>
        <p:nvSpPr>
          <p:cNvPr id="5" name="Rectángulo 4">
            <a:extLst>
              <a:ext uri="{FF2B5EF4-FFF2-40B4-BE49-F238E27FC236}">
                <a16:creationId xmlns:a16="http://schemas.microsoft.com/office/drawing/2014/main" id="{C68157B1-41F3-9A46-1E78-E3815E5568EA}"/>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Interfaz de usuario gráfica, Aplicación&#10;&#10;El contenido generado por inteligencia artificial puede ser incorrecto.">
            <a:extLst>
              <a:ext uri="{FF2B5EF4-FFF2-40B4-BE49-F238E27FC236}">
                <a16:creationId xmlns:a16="http://schemas.microsoft.com/office/drawing/2014/main" id="{0F2D26F3-4CD2-079B-9935-B25B66B80039}"/>
              </a:ext>
            </a:extLst>
          </p:cNvPr>
          <p:cNvPicPr>
            <a:picLocks noChangeAspect="1"/>
          </p:cNvPicPr>
          <p:nvPr/>
        </p:nvPicPr>
        <p:blipFill>
          <a:blip r:embed="rId2"/>
          <a:stretch>
            <a:fillRect/>
          </a:stretch>
        </p:blipFill>
        <p:spPr>
          <a:xfrm>
            <a:off x="2557463" y="2977091"/>
            <a:ext cx="3923242" cy="3793067"/>
          </a:xfrm>
          <a:prstGeom prst="rect">
            <a:avLst/>
          </a:prstGeom>
        </p:spPr>
      </p:pic>
    </p:spTree>
    <p:extLst>
      <p:ext uri="{BB962C8B-B14F-4D97-AF65-F5344CB8AC3E}">
        <p14:creationId xmlns:p14="http://schemas.microsoft.com/office/powerpoint/2010/main" val="25474352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861C1-48EC-587D-25A4-49A7345F83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DB5210-3757-AF8F-F776-B05C6A74042B}"/>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5528A06D-BB45-7461-72FA-89B9AFBC1F31}"/>
              </a:ext>
            </a:extLst>
          </p:cNvPr>
          <p:cNvSpPr>
            <a:spLocks noGrp="1"/>
          </p:cNvSpPr>
          <p:nvPr>
            <p:ph idx="1"/>
          </p:nvPr>
        </p:nvSpPr>
        <p:spPr>
          <a:xfrm>
            <a:off x="344242" y="1215297"/>
            <a:ext cx="8589441" cy="1309886"/>
          </a:xfrm>
        </p:spPr>
        <p:txBody>
          <a:bodyPr>
            <a:normAutofit/>
          </a:bodyPr>
          <a:lstStyle/>
          <a:p>
            <a:pPr marL="0" indent="0" algn="just">
              <a:buNone/>
            </a:pPr>
            <a:endParaRPr lang="es-ES" sz="1600" dirty="0"/>
          </a:p>
          <a:p>
            <a:pPr marL="305435" indent="-305435" algn="just">
              <a:buFont typeface="Wingdings 2" panose="05050102010706020507" pitchFamily="18" charset="2"/>
              <a:buChar char=""/>
            </a:pPr>
            <a:r>
              <a:rPr lang="es-ES" sz="1600" dirty="0">
                <a:ea typeface="+mn-lt"/>
                <a:cs typeface="+mn-lt"/>
              </a:rPr>
              <a:t>A continuación, se verifica la conexión de la topología mediante un ping desde PC-PT Administrador hacia el servidor</a:t>
            </a:r>
            <a:endParaRPr lang="es-ES" sz="1600" dirty="0"/>
          </a:p>
        </p:txBody>
      </p:sp>
      <p:sp>
        <p:nvSpPr>
          <p:cNvPr id="5" name="Rectángulo 4">
            <a:extLst>
              <a:ext uri="{FF2B5EF4-FFF2-40B4-BE49-F238E27FC236}">
                <a16:creationId xmlns:a16="http://schemas.microsoft.com/office/drawing/2014/main" id="{08525BEA-318D-2729-9262-3B6DE9FC5B8D}"/>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4" name="Imagen 3" descr="Interfaz de usuario gráfica, Aplicación&#10;&#10;El contenido generado por inteligencia artificial puede ser incorrecto.">
            <a:extLst>
              <a:ext uri="{FF2B5EF4-FFF2-40B4-BE49-F238E27FC236}">
                <a16:creationId xmlns:a16="http://schemas.microsoft.com/office/drawing/2014/main" id="{D016DCC7-EBF9-38C7-30E0-CF1A5EDAC753}"/>
              </a:ext>
            </a:extLst>
          </p:cNvPr>
          <p:cNvPicPr>
            <a:picLocks noChangeAspect="1"/>
          </p:cNvPicPr>
          <p:nvPr/>
        </p:nvPicPr>
        <p:blipFill>
          <a:blip r:embed="rId2"/>
          <a:stretch>
            <a:fillRect/>
          </a:stretch>
        </p:blipFill>
        <p:spPr>
          <a:xfrm>
            <a:off x="1402821" y="2614613"/>
            <a:ext cx="7058025" cy="3533775"/>
          </a:xfrm>
          <a:prstGeom prst="rect">
            <a:avLst/>
          </a:prstGeom>
        </p:spPr>
      </p:pic>
      <p:pic>
        <p:nvPicPr>
          <p:cNvPr id="7" name="Imagen 6" descr="Forma, Cuadrado&#10;&#10;El contenido generado por inteligencia artificial puede ser incorrecto.">
            <a:extLst>
              <a:ext uri="{FF2B5EF4-FFF2-40B4-BE49-F238E27FC236}">
                <a16:creationId xmlns:a16="http://schemas.microsoft.com/office/drawing/2014/main" id="{4CC22F38-4F89-CD39-6ADB-6532AB5E1601}"/>
              </a:ext>
            </a:extLst>
          </p:cNvPr>
          <p:cNvPicPr>
            <a:picLocks noChangeAspect="1"/>
          </p:cNvPicPr>
          <p:nvPr/>
        </p:nvPicPr>
        <p:blipFill>
          <a:blip r:embed="rId3"/>
          <a:stretch>
            <a:fillRect/>
          </a:stretch>
        </p:blipFill>
        <p:spPr>
          <a:xfrm>
            <a:off x="5553075" y="3164417"/>
            <a:ext cx="1085850" cy="1333500"/>
          </a:xfrm>
          <a:prstGeom prst="rect">
            <a:avLst/>
          </a:prstGeom>
        </p:spPr>
      </p:pic>
    </p:spTree>
    <p:extLst>
      <p:ext uri="{BB962C8B-B14F-4D97-AF65-F5344CB8AC3E}">
        <p14:creationId xmlns:p14="http://schemas.microsoft.com/office/powerpoint/2010/main" val="37156186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B3B1A-1B7E-0971-B0CB-7E38AAF1C5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03860D-7D04-363D-AFD4-4CD417EAC00D}"/>
              </a:ext>
            </a:extLst>
          </p:cNvPr>
          <p:cNvSpPr>
            <a:spLocks noGrp="1"/>
          </p:cNvSpPr>
          <p:nvPr>
            <p:ph type="title"/>
          </p:nvPr>
        </p:nvSpPr>
        <p:spPr/>
        <p:txBody>
          <a:bodyPr/>
          <a:lstStyle/>
          <a:p>
            <a:r>
              <a:rPr lang="es-ES" dirty="0"/>
              <a:t>DESARROLLO</a:t>
            </a:r>
          </a:p>
        </p:txBody>
      </p:sp>
      <p:sp>
        <p:nvSpPr>
          <p:cNvPr id="3" name="Marcador de contenido 2">
            <a:extLst>
              <a:ext uri="{FF2B5EF4-FFF2-40B4-BE49-F238E27FC236}">
                <a16:creationId xmlns:a16="http://schemas.microsoft.com/office/drawing/2014/main" id="{0535A721-BEEE-54DB-0AB2-D650E227CAEC}"/>
              </a:ext>
            </a:extLst>
          </p:cNvPr>
          <p:cNvSpPr>
            <a:spLocks noGrp="1"/>
          </p:cNvSpPr>
          <p:nvPr>
            <p:ph idx="1"/>
          </p:nvPr>
        </p:nvSpPr>
        <p:spPr>
          <a:xfrm>
            <a:off x="581191" y="1620143"/>
            <a:ext cx="8589441" cy="1248504"/>
          </a:xfrm>
        </p:spPr>
        <p:txBody>
          <a:bodyPr/>
          <a:lstStyle/>
          <a:p>
            <a:pPr marL="305435" indent="-305435" algn="just">
              <a:buFont typeface="Wingdings 2" panose="05050102010706020507" pitchFamily="18" charset="2"/>
              <a:buChar char=""/>
            </a:pPr>
            <a:r>
              <a:rPr lang="es-ES" dirty="0">
                <a:ea typeface="+mn-lt"/>
                <a:cs typeface="+mn-lt"/>
              </a:rPr>
              <a:t>Accedemos a </a:t>
            </a:r>
            <a:r>
              <a:rPr lang="es-ES" dirty="0" err="1">
                <a:ea typeface="+mn-lt"/>
                <a:cs typeface="+mn-lt"/>
              </a:rPr>
              <a:t>Command</a:t>
            </a:r>
            <a:r>
              <a:rPr lang="es-ES" dirty="0">
                <a:ea typeface="+mn-lt"/>
                <a:cs typeface="+mn-lt"/>
              </a:rPr>
              <a:t> </a:t>
            </a:r>
            <a:r>
              <a:rPr lang="es-ES" dirty="0" err="1">
                <a:ea typeface="+mn-lt"/>
                <a:cs typeface="+mn-lt"/>
              </a:rPr>
              <a:t>Promp</a:t>
            </a:r>
            <a:r>
              <a:rPr lang="es-ES" dirty="0">
                <a:ea typeface="+mn-lt"/>
                <a:cs typeface="+mn-lt"/>
              </a:rPr>
              <a:t> y ejecutamos ping 192.168.101.254 para verificar el envió de paquetes.</a:t>
            </a:r>
          </a:p>
        </p:txBody>
      </p:sp>
      <p:sp>
        <p:nvSpPr>
          <p:cNvPr id="5" name="Rectángulo 4">
            <a:extLst>
              <a:ext uri="{FF2B5EF4-FFF2-40B4-BE49-F238E27FC236}">
                <a16:creationId xmlns:a16="http://schemas.microsoft.com/office/drawing/2014/main" id="{62574247-7C52-6A0A-EBF4-60D4B7C8B627}"/>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dirty="0">
              <a:solidFill>
                <a:schemeClr val="bg1"/>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rgbClr val="000000"/>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rgbClr val="FFFF00"/>
                </a:solidFill>
                <a:latin typeface="Gill Sans MT" panose="020B0502020104020203"/>
              </a:rPr>
              <a:t>IMPLEMENTACIÓN DE API REST EN CISCO PACKET TRACER</a:t>
            </a:r>
            <a:endParaRPr lang="en-US" sz="1200" dirty="0">
              <a:solidFill>
                <a:srgbClr val="FFFF00"/>
              </a:solidFill>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n-US" sz="1200" dirty="0">
              <a:solidFill>
                <a:schemeClr val="bg1"/>
              </a:solidFill>
              <a:latin typeface="Gill Sans MT" panose="020B0502020104020203"/>
            </a:endParaRPr>
          </a:p>
        </p:txBody>
      </p:sp>
      <p:pic>
        <p:nvPicPr>
          <p:cNvPr id="6" name="Imagen 5" descr="Interfaz de usuario gráfica, Texto, Aplicación&#10;&#10;El contenido generado por inteligencia artificial puede ser incorrecto.">
            <a:extLst>
              <a:ext uri="{FF2B5EF4-FFF2-40B4-BE49-F238E27FC236}">
                <a16:creationId xmlns:a16="http://schemas.microsoft.com/office/drawing/2014/main" id="{AB2B57D4-7923-C9C9-C4A9-899E70847FED}"/>
              </a:ext>
            </a:extLst>
          </p:cNvPr>
          <p:cNvPicPr>
            <a:picLocks noChangeAspect="1"/>
          </p:cNvPicPr>
          <p:nvPr/>
        </p:nvPicPr>
        <p:blipFill>
          <a:blip r:embed="rId2"/>
          <a:stretch>
            <a:fillRect/>
          </a:stretch>
        </p:blipFill>
        <p:spPr>
          <a:xfrm>
            <a:off x="722842" y="2953808"/>
            <a:ext cx="7804150" cy="3363384"/>
          </a:xfrm>
          <a:prstGeom prst="rect">
            <a:avLst/>
          </a:prstGeom>
        </p:spPr>
      </p:pic>
    </p:spTree>
    <p:extLst>
      <p:ext uri="{BB962C8B-B14F-4D97-AF65-F5344CB8AC3E}">
        <p14:creationId xmlns:p14="http://schemas.microsoft.com/office/powerpoint/2010/main" val="21327488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F601B-7D4E-4D51-9BA2-A881194A157D}"/>
              </a:ext>
            </a:extLst>
          </p:cNvPr>
          <p:cNvSpPr>
            <a:spLocks noGrp="1"/>
          </p:cNvSpPr>
          <p:nvPr>
            <p:ph type="title"/>
          </p:nvPr>
        </p:nvSpPr>
        <p:spPr/>
        <p:txBody>
          <a:bodyPr/>
          <a:lstStyle/>
          <a:p>
            <a:r>
              <a:rPr lang="es-ES" dirty="0"/>
              <a:t>Conclusiones</a:t>
            </a:r>
          </a:p>
        </p:txBody>
      </p:sp>
      <p:sp>
        <p:nvSpPr>
          <p:cNvPr id="3" name="Marcador de contenido 2">
            <a:extLst>
              <a:ext uri="{FF2B5EF4-FFF2-40B4-BE49-F238E27FC236}">
                <a16:creationId xmlns:a16="http://schemas.microsoft.com/office/drawing/2014/main" id="{93B8F572-C439-414C-90FA-BE3C081E9B98}"/>
              </a:ext>
            </a:extLst>
          </p:cNvPr>
          <p:cNvSpPr>
            <a:spLocks noGrp="1"/>
          </p:cNvSpPr>
          <p:nvPr>
            <p:ph idx="1"/>
          </p:nvPr>
        </p:nvSpPr>
        <p:spPr>
          <a:xfrm>
            <a:off x="581192" y="2180496"/>
            <a:ext cx="8589441" cy="3678303"/>
          </a:xfrm>
        </p:spPr>
        <p:txBody>
          <a:bodyPr>
            <a:normAutofit fontScale="85000" lnSpcReduction="10000"/>
          </a:bodyPr>
          <a:lstStyle/>
          <a:p>
            <a:pPr marL="342900" marR="0" lvl="0" indent="-342900" algn="just">
              <a:lnSpc>
                <a:spcPct val="107000"/>
              </a:lnSpc>
              <a:spcBef>
                <a:spcPts val="0"/>
              </a:spcBef>
              <a:spcAft>
                <a:spcPts val="0"/>
              </a:spcAft>
              <a:buFont typeface="Symbol" panose="05050102010706020507" pitchFamily="18" charset="2"/>
              <a:buChar char=""/>
            </a:pPr>
            <a:r>
              <a:rPr lang="es-ES" sz="1800" dirty="0">
                <a:effectLst/>
                <a:latin typeface="Cambria"/>
                <a:ea typeface="Calibri"/>
                <a:cs typeface="Times New Roman"/>
              </a:rPr>
              <a:t>El diseño de un servidor REST centralizado permite desacoplar el </a:t>
            </a:r>
            <a:r>
              <a:rPr lang="es-ES" sz="1800" err="1">
                <a:effectLst/>
                <a:latin typeface="Cambria"/>
                <a:ea typeface="Calibri"/>
                <a:cs typeface="Times New Roman"/>
              </a:rPr>
              <a:t>backend</a:t>
            </a:r>
            <a:r>
              <a:rPr lang="es-ES" sz="1800" dirty="0">
                <a:effectLst/>
                <a:latin typeface="Cambria"/>
                <a:ea typeface="Calibri"/>
                <a:cs typeface="Times New Roman"/>
              </a:rPr>
              <a:t> de los clientes, asegurando consistencia en los datos y funcionalidades accesibles desde diversas plataformas.</a:t>
            </a:r>
          </a:p>
          <a:p>
            <a:pPr marL="305435" indent="-305435" algn="just">
              <a:buFont typeface="Wingdings 2" panose="05050102010706020507" pitchFamily="18" charset="2"/>
              <a:buChar char=""/>
            </a:pPr>
            <a:r>
              <a:rPr lang="es-ES" dirty="0">
                <a:ea typeface="+mn-lt"/>
                <a:cs typeface="+mn-lt"/>
              </a:rPr>
              <a:t>    Cisco </a:t>
            </a:r>
            <a:r>
              <a:rPr lang="es-ES" dirty="0" err="1">
                <a:ea typeface="+mn-lt"/>
                <a:cs typeface="+mn-lt"/>
              </a:rPr>
              <a:t>Webex</a:t>
            </a:r>
            <a:r>
              <a:rPr lang="es-ES" dirty="0">
                <a:ea typeface="+mn-lt"/>
                <a:cs typeface="+mn-lt"/>
              </a:rPr>
              <a:t> cuenta con una documentación amplia que permite entender como se hace uso de las diferentes </a:t>
            </a:r>
            <a:r>
              <a:rPr lang="es-ES" dirty="0" err="1">
                <a:ea typeface="+mn-lt"/>
                <a:cs typeface="+mn-lt"/>
              </a:rPr>
              <a:t>API’s</a:t>
            </a:r>
            <a:r>
              <a:rPr lang="es-ES" dirty="0">
                <a:ea typeface="+mn-lt"/>
                <a:cs typeface="+mn-lt"/>
              </a:rPr>
              <a:t> que estos brindan, desde los servicios de autenticación hasta los servicios de manejo de salas y miembros de las mismas. </a:t>
            </a:r>
          </a:p>
          <a:p>
            <a:pPr marL="305435" indent="-305435" algn="just">
              <a:buFont typeface="Wingdings 2" panose="05050102010706020507" pitchFamily="18" charset="2"/>
              <a:buChar char=""/>
            </a:pPr>
            <a:r>
              <a:rPr lang="es-ES" dirty="0">
                <a:ea typeface="+mn-lt"/>
                <a:cs typeface="+mn-lt"/>
              </a:rPr>
              <a:t>    A través del uso de servicios REST se puede acceder a diferente información que Cisco </a:t>
            </a:r>
            <a:r>
              <a:rPr lang="es-ES" dirty="0" err="1">
                <a:ea typeface="+mn-lt"/>
                <a:cs typeface="+mn-lt"/>
              </a:rPr>
              <a:t>Webex</a:t>
            </a:r>
            <a:r>
              <a:rPr lang="es-ES" dirty="0">
                <a:ea typeface="+mn-lt"/>
                <a:cs typeface="+mn-lt"/>
              </a:rPr>
              <a:t> ofrece a los desarrolladores. </a:t>
            </a:r>
            <a:endParaRPr lang="es-ES"/>
          </a:p>
          <a:p>
            <a:pPr marL="305435" indent="-305435" algn="just">
              <a:buFont typeface="Wingdings 2" panose="05050102010706020507" pitchFamily="18" charset="2"/>
              <a:buChar char=""/>
            </a:pPr>
            <a:r>
              <a:rPr lang="es-ES" dirty="0">
                <a:ea typeface="+mn-lt"/>
                <a:cs typeface="+mn-lt"/>
              </a:rPr>
              <a:t>    Para poder tener acceso a los servicios REST de Cisco </a:t>
            </a:r>
            <a:r>
              <a:rPr lang="es-ES" dirty="0" err="1">
                <a:ea typeface="+mn-lt"/>
                <a:cs typeface="+mn-lt"/>
              </a:rPr>
              <a:t>Webex</a:t>
            </a:r>
            <a:r>
              <a:rPr lang="es-ES" dirty="0">
                <a:ea typeface="+mn-lt"/>
                <a:cs typeface="+mn-lt"/>
              </a:rPr>
              <a:t> es importante tener </a:t>
            </a:r>
            <a:r>
              <a:rPr lang="es-ES" sz="1800" dirty="0">
                <a:effectLst/>
                <a:ea typeface="+mn-lt"/>
                <a:cs typeface="+mn-lt"/>
              </a:rPr>
              <a:t>el </a:t>
            </a:r>
            <a:r>
              <a:rPr lang="es-ES" dirty="0">
                <a:ea typeface="+mn-lt"/>
                <a:cs typeface="+mn-lt"/>
              </a:rPr>
              <a:t>token de acceso y recordar que este tiene un tiempo de duración de 12 horas a partir de su activación</a:t>
            </a:r>
            <a:r>
              <a:rPr lang="es-ES" sz="1800" dirty="0">
                <a:effectLst/>
                <a:ea typeface="+mn-lt"/>
                <a:cs typeface="+mn-lt"/>
              </a:rPr>
              <a:t>, </a:t>
            </a:r>
            <a:r>
              <a:rPr lang="es-ES" dirty="0">
                <a:ea typeface="+mn-lt"/>
                <a:cs typeface="+mn-lt"/>
              </a:rPr>
              <a:t>luego de eso este caducará </a:t>
            </a:r>
            <a:r>
              <a:rPr lang="es-ES" sz="1800" dirty="0">
                <a:effectLst/>
                <a:ea typeface="+mn-lt"/>
                <a:cs typeface="+mn-lt"/>
              </a:rPr>
              <a:t>y </a:t>
            </a:r>
            <a:r>
              <a:rPr lang="es-ES" dirty="0">
                <a:ea typeface="+mn-lt"/>
                <a:cs typeface="+mn-lt"/>
              </a:rPr>
              <a:t>quedará inservible por motivos de seguridad. </a:t>
            </a:r>
            <a:endParaRPr lang="es-ES"/>
          </a:p>
          <a:p>
            <a:pPr marL="305435" indent="-305435" algn="just">
              <a:buFont typeface="Wingdings 2" panose="05050102010706020507" pitchFamily="18" charset="2"/>
              <a:buChar char=""/>
            </a:pPr>
            <a:r>
              <a:rPr lang="es-ES" dirty="0">
                <a:ea typeface="+mn-lt"/>
                <a:cs typeface="+mn-lt"/>
              </a:rPr>
              <a:t>    Se puede concluir que el consumo </a:t>
            </a:r>
            <a:r>
              <a:rPr lang="es-ES" sz="1800" dirty="0">
                <a:effectLst/>
                <a:ea typeface="+mn-lt"/>
                <a:cs typeface="+mn-lt"/>
              </a:rPr>
              <a:t>de </a:t>
            </a:r>
            <a:r>
              <a:rPr lang="es-ES" dirty="0">
                <a:ea typeface="+mn-lt"/>
                <a:cs typeface="+mn-lt"/>
              </a:rPr>
              <a:t>Apis</a:t>
            </a:r>
            <a:r>
              <a:rPr lang="es-ES" sz="1800" dirty="0">
                <a:effectLst/>
                <a:ea typeface="+mn-lt"/>
                <a:cs typeface="+mn-lt"/>
              </a:rPr>
              <a:t>, </a:t>
            </a:r>
            <a:r>
              <a:rPr lang="es-ES" dirty="0">
                <a:ea typeface="+mn-lt"/>
                <a:cs typeface="+mn-lt"/>
              </a:rPr>
              <a:t>proporcionado por la simulación y el controlador es posible desde cualquier plataforma y </a:t>
            </a:r>
            <a:r>
              <a:rPr lang="es-ES" dirty="0" err="1">
                <a:ea typeface="+mn-lt"/>
                <a:cs typeface="+mn-lt"/>
              </a:rPr>
              <a:t>framework</a:t>
            </a:r>
            <a:r>
              <a:rPr lang="es-ES" dirty="0">
                <a:ea typeface="+mn-lt"/>
                <a:cs typeface="+mn-lt"/>
              </a:rPr>
              <a:t>.</a:t>
            </a:r>
            <a:endParaRPr lang="es-ES"/>
          </a:p>
          <a:p>
            <a:pPr marL="305435" indent="-305435" algn="just">
              <a:buFont typeface="Wingdings 2" panose="05050102010706020507" pitchFamily="18" charset="2"/>
              <a:buChar char=""/>
            </a:pPr>
            <a:r>
              <a:rPr lang="es-ES" dirty="0">
                <a:ea typeface="+mn-lt"/>
                <a:cs typeface="+mn-lt"/>
              </a:rPr>
              <a:t>    Se puede concluir que el acceso a las </a:t>
            </a:r>
            <a:r>
              <a:rPr lang="es-ES" dirty="0" err="1">
                <a:ea typeface="+mn-lt"/>
                <a:cs typeface="+mn-lt"/>
              </a:rPr>
              <a:t>APIs</a:t>
            </a:r>
            <a:r>
              <a:rPr lang="es-ES" dirty="0">
                <a:ea typeface="+mn-lt"/>
                <a:cs typeface="+mn-lt"/>
              </a:rPr>
              <a:t> es mediante una generación de ticket que hace el rol </a:t>
            </a:r>
            <a:r>
              <a:rPr lang="es-ES" sz="1800" dirty="0">
                <a:effectLst/>
                <a:ea typeface="+mn-lt"/>
                <a:cs typeface="+mn-lt"/>
              </a:rPr>
              <a:t>de </a:t>
            </a:r>
            <a:r>
              <a:rPr lang="es-ES" dirty="0">
                <a:ea typeface="+mn-lt"/>
                <a:cs typeface="+mn-lt"/>
              </a:rPr>
              <a:t>un API Key</a:t>
            </a:r>
            <a:r>
              <a:rPr lang="es-ES" sz="1800" dirty="0">
                <a:effectLst/>
                <a:ea typeface="+mn-lt"/>
                <a:cs typeface="+mn-lt"/>
              </a:rPr>
              <a:t>.</a:t>
            </a:r>
            <a:endParaRPr lang="es-ES" dirty="0">
              <a:ea typeface="+mn-lt"/>
              <a:cs typeface="+mn-lt"/>
            </a:endParaRPr>
          </a:p>
        </p:txBody>
      </p:sp>
      <p:sp>
        <p:nvSpPr>
          <p:cNvPr id="5" name="Rectángulo 4">
            <a:extLst>
              <a:ext uri="{FF2B5EF4-FFF2-40B4-BE49-F238E27FC236}">
                <a16:creationId xmlns:a16="http://schemas.microsoft.com/office/drawing/2014/main" id="{EFCE21EE-10DC-4503-9FD7-8D2960C780CB}"/>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rgbClr val="FFFF00"/>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s-ES" dirty="0">
              <a:solidFill>
                <a:schemeClr val="bg1"/>
              </a:solidFill>
              <a:ea typeface="+mn-ea"/>
              <a:cs typeface="+mn-cs"/>
            </a:endParaRPr>
          </a:p>
        </p:txBody>
      </p:sp>
    </p:spTree>
    <p:extLst>
      <p:ext uri="{BB962C8B-B14F-4D97-AF65-F5344CB8AC3E}">
        <p14:creationId xmlns:p14="http://schemas.microsoft.com/office/powerpoint/2010/main" val="2891991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E555-AB72-89C8-2249-B2DCE8CE07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C8F2FA0-8EC2-1596-80A6-E547A869EC9E}"/>
              </a:ext>
            </a:extLst>
          </p:cNvPr>
          <p:cNvSpPr>
            <a:spLocks noGrp="1"/>
          </p:cNvSpPr>
          <p:nvPr>
            <p:ph type="title"/>
          </p:nvPr>
        </p:nvSpPr>
        <p:spPr/>
        <p:txBody>
          <a:bodyPr/>
          <a:lstStyle/>
          <a:p>
            <a:r>
              <a:rPr lang="es-ES" dirty="0"/>
              <a:t>RECOMENDACIONES</a:t>
            </a:r>
          </a:p>
        </p:txBody>
      </p:sp>
      <p:sp>
        <p:nvSpPr>
          <p:cNvPr id="3" name="Marcador de contenido 2">
            <a:extLst>
              <a:ext uri="{FF2B5EF4-FFF2-40B4-BE49-F238E27FC236}">
                <a16:creationId xmlns:a16="http://schemas.microsoft.com/office/drawing/2014/main" id="{2618FD8C-F602-FC41-7A96-E2F19C0B86A4}"/>
              </a:ext>
            </a:extLst>
          </p:cNvPr>
          <p:cNvSpPr>
            <a:spLocks noGrp="1"/>
          </p:cNvSpPr>
          <p:nvPr>
            <p:ph idx="1"/>
          </p:nvPr>
        </p:nvSpPr>
        <p:spPr>
          <a:xfrm>
            <a:off x="581192" y="2180496"/>
            <a:ext cx="8589441" cy="3678303"/>
          </a:xfrm>
        </p:spPr>
        <p:txBody>
          <a:bodyPr>
            <a:normAutofit/>
          </a:bodyPr>
          <a:lstStyle/>
          <a:p>
            <a:pPr marL="342900" indent="-342900" algn="just">
              <a:lnSpc>
                <a:spcPct val="107000"/>
              </a:lnSpc>
              <a:spcBef>
                <a:spcPts val="0"/>
              </a:spcBef>
              <a:spcAft>
                <a:spcPts val="0"/>
              </a:spcAft>
              <a:buFont typeface="Symbol" panose="05050102010706020507" pitchFamily="18" charset="2"/>
              <a:buChar char=""/>
            </a:pPr>
            <a:r>
              <a:rPr lang="es-ES" dirty="0">
                <a:ea typeface="+mn-lt"/>
                <a:cs typeface="+mn-lt"/>
              </a:rPr>
              <a:t>Para optimizar el uso de las </a:t>
            </a:r>
            <a:r>
              <a:rPr lang="es-ES" dirty="0" err="1">
                <a:ea typeface="+mn-lt"/>
                <a:cs typeface="+mn-lt"/>
              </a:rPr>
              <a:t>APIs</a:t>
            </a:r>
            <a:r>
              <a:rPr lang="es-ES" dirty="0">
                <a:ea typeface="+mn-lt"/>
                <a:cs typeface="+mn-lt"/>
              </a:rPr>
              <a:t> de Cisco </a:t>
            </a:r>
            <a:r>
              <a:rPr lang="es-ES" dirty="0" err="1">
                <a:ea typeface="+mn-lt"/>
                <a:cs typeface="+mn-lt"/>
              </a:rPr>
              <a:t>Webex</a:t>
            </a:r>
            <a:r>
              <a:rPr lang="es-ES" dirty="0">
                <a:ea typeface="+mn-lt"/>
                <a:cs typeface="+mn-lt"/>
              </a:rPr>
              <a:t>, es crucial aprovechar la amplia documentación de Cisco </a:t>
            </a:r>
            <a:r>
              <a:rPr lang="es-ES" dirty="0" err="1">
                <a:ea typeface="+mn-lt"/>
                <a:cs typeface="+mn-lt"/>
              </a:rPr>
              <a:t>Webex</a:t>
            </a:r>
            <a:r>
              <a:rPr lang="es-ES" dirty="0">
                <a:ea typeface="+mn-lt"/>
                <a:cs typeface="+mn-lt"/>
              </a:rPr>
              <a:t> para crear un repositorio de ejemplos prácticos y guías de uso para desarrolladores. Esto debería incluir tutoriales paso a paso y ejemplos de código en varios lenguajes de programación, facilitando así la integración de las </a:t>
            </a:r>
            <a:r>
              <a:rPr lang="es-ES" dirty="0" err="1">
                <a:ea typeface="+mn-lt"/>
                <a:cs typeface="+mn-lt"/>
              </a:rPr>
              <a:t>APIs</a:t>
            </a:r>
            <a:r>
              <a:rPr lang="es-ES" dirty="0">
                <a:ea typeface="+mn-lt"/>
                <a:cs typeface="+mn-lt"/>
              </a:rPr>
              <a:t> en diferentes plataformas y </a:t>
            </a:r>
            <a:r>
              <a:rPr lang="es-ES" dirty="0" err="1">
                <a:ea typeface="+mn-lt"/>
                <a:cs typeface="+mn-lt"/>
              </a:rPr>
              <a:t>frameworks</a:t>
            </a:r>
            <a:r>
              <a:rPr lang="es-ES" dirty="0">
                <a:ea typeface="+mn-lt"/>
                <a:cs typeface="+mn-lt"/>
              </a:rPr>
              <a:t>.</a:t>
            </a:r>
            <a:endParaRPr lang="es-ES" dirty="0">
              <a:latin typeface="Cambria"/>
              <a:ea typeface="Calibri"/>
              <a:cs typeface="Times New Roman"/>
            </a:endParaRPr>
          </a:p>
        </p:txBody>
      </p:sp>
      <p:sp>
        <p:nvSpPr>
          <p:cNvPr id="5" name="Rectángulo 4">
            <a:extLst>
              <a:ext uri="{FF2B5EF4-FFF2-40B4-BE49-F238E27FC236}">
                <a16:creationId xmlns:a16="http://schemas.microsoft.com/office/drawing/2014/main" id="{6CC030C4-D098-91EE-8BB6-C3CB47B74941}"/>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rgbClr val="FFFF00"/>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BIBLIOGRAFÍA</a:t>
            </a:r>
            <a:endParaRPr lang="es-ES" dirty="0">
              <a:solidFill>
                <a:schemeClr val="bg1"/>
              </a:solidFill>
              <a:ea typeface="+mn-ea"/>
              <a:cs typeface="+mn-cs"/>
            </a:endParaRPr>
          </a:p>
        </p:txBody>
      </p:sp>
    </p:spTree>
    <p:extLst>
      <p:ext uri="{BB962C8B-B14F-4D97-AF65-F5344CB8AC3E}">
        <p14:creationId xmlns:p14="http://schemas.microsoft.com/office/powerpoint/2010/main" val="39136179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290989-CA87-4621-A0C3-233A33CC6B1C}"/>
              </a:ext>
            </a:extLst>
          </p:cNvPr>
          <p:cNvSpPr>
            <a:spLocks noGrp="1"/>
          </p:cNvSpPr>
          <p:nvPr>
            <p:ph type="title"/>
          </p:nvPr>
        </p:nvSpPr>
        <p:spPr/>
        <p:txBody>
          <a:bodyPr/>
          <a:lstStyle/>
          <a:p>
            <a:r>
              <a:rPr lang="es-ES" dirty="0"/>
              <a:t>Bibliografía</a:t>
            </a:r>
          </a:p>
        </p:txBody>
      </p:sp>
      <p:sp>
        <p:nvSpPr>
          <p:cNvPr id="3" name="Marcador de contenido 2">
            <a:extLst>
              <a:ext uri="{FF2B5EF4-FFF2-40B4-BE49-F238E27FC236}">
                <a16:creationId xmlns:a16="http://schemas.microsoft.com/office/drawing/2014/main" id="{DB0FD96C-3240-4673-A01D-AB9F82CF6BCE}"/>
              </a:ext>
            </a:extLst>
          </p:cNvPr>
          <p:cNvSpPr>
            <a:spLocks noGrp="1"/>
          </p:cNvSpPr>
          <p:nvPr>
            <p:ph idx="1"/>
          </p:nvPr>
        </p:nvSpPr>
        <p:spPr>
          <a:xfrm>
            <a:off x="581193" y="2180496"/>
            <a:ext cx="8571686" cy="3678303"/>
          </a:xfrm>
        </p:spPr>
        <p:txBody>
          <a:bodyPr/>
          <a:lstStyle/>
          <a:p>
            <a:pPr marL="305435" indent="-305435" algn="just">
              <a:tabLst>
                <a:tab pos="243840" algn="l"/>
              </a:tabLst>
            </a:pPr>
            <a:r>
              <a:rPr lang="es-EC" dirty="0">
                <a:ea typeface="+mn-lt"/>
                <a:cs typeface="+mn-lt"/>
              </a:rPr>
              <a:t>Cisco. (2020). Cisco </a:t>
            </a:r>
            <a:r>
              <a:rPr lang="es-EC" dirty="0" err="1">
                <a:ea typeface="+mn-lt"/>
                <a:cs typeface="+mn-lt"/>
              </a:rPr>
              <a:t>Webex</a:t>
            </a:r>
            <a:r>
              <a:rPr lang="es-EC" sz="1800" dirty="0">
                <a:effectLst/>
                <a:ea typeface="+mn-lt"/>
                <a:cs typeface="+mn-lt"/>
              </a:rPr>
              <a:t>. </a:t>
            </a:r>
            <a:r>
              <a:rPr lang="es-EC" dirty="0">
                <a:ea typeface="+mn-lt"/>
                <a:cs typeface="+mn-lt"/>
              </a:rPr>
              <a:t>Obtenido de </a:t>
            </a:r>
            <a:r>
              <a:rPr lang="es-EC" dirty="0">
                <a:ea typeface="+mn-lt"/>
                <a:cs typeface="+mn-lt"/>
                <a:hlinkClick r:id="rId2">
                  <a:extLst>
                    <a:ext uri="{A12FA001-AC4F-418D-AE19-62706E023703}">
                      <ahyp:hlinkClr xmlns:ahyp="http://schemas.microsoft.com/office/drawing/2018/hyperlinkcolor" val="tx"/>
                    </a:ext>
                  </a:extLst>
                </a:hlinkClick>
              </a:rPr>
              <a:t>https</a:t>
            </a:r>
            <a:r>
              <a:rPr lang="es-EC" sz="1800" dirty="0">
                <a:effectLst/>
                <a:ea typeface="+mn-lt"/>
                <a:cs typeface="+mn-lt"/>
                <a:hlinkClick r:id="rId2">
                  <a:extLst>
                    <a:ext uri="{A12FA001-AC4F-418D-AE19-62706E023703}">
                      <ahyp:hlinkClr xmlns:ahyp="http://schemas.microsoft.com/office/drawing/2018/hyperlinkcolor" val="tx"/>
                    </a:ext>
                  </a:extLst>
                </a:hlinkClick>
              </a:rPr>
              <a:t>://www.</a:t>
            </a:r>
            <a:r>
              <a:rPr lang="es-EC" dirty="0">
                <a:ea typeface="+mn-lt"/>
                <a:cs typeface="+mn-lt"/>
                <a:hlinkClick r:id="rId2">
                  <a:extLst>
                    <a:ext uri="{A12FA001-AC4F-418D-AE19-62706E023703}">
                      <ahyp:hlinkClr xmlns:ahyp="http://schemas.microsoft.com/office/drawing/2018/hyperlinkcolor" val="tx"/>
                    </a:ext>
                  </a:extLst>
                </a:hlinkClick>
              </a:rPr>
              <a:t>webex</a:t>
            </a:r>
            <a:r>
              <a:rPr lang="es-EC" sz="1800" dirty="0">
                <a:effectLst/>
                <a:ea typeface="+mn-lt"/>
                <a:cs typeface="+mn-lt"/>
                <a:hlinkClick r:id="rId2">
                  <a:extLst>
                    <a:ext uri="{A12FA001-AC4F-418D-AE19-62706E023703}">
                      <ahyp:hlinkClr xmlns:ahyp="http://schemas.microsoft.com/office/drawing/2018/hyperlinkcolor" val="tx"/>
                    </a:ext>
                  </a:extLst>
                </a:hlinkClick>
              </a:rPr>
              <a:t>.</a:t>
            </a:r>
            <a:r>
              <a:rPr lang="es-EC" dirty="0">
                <a:ea typeface="+mn-lt"/>
                <a:cs typeface="+mn-lt"/>
                <a:hlinkClick r:id="rId2">
                  <a:extLst>
                    <a:ext uri="{A12FA001-AC4F-418D-AE19-62706E023703}">
                      <ahyp:hlinkClr xmlns:ahyp="http://schemas.microsoft.com/office/drawing/2018/hyperlinkcolor" val="tx"/>
                    </a:ext>
                  </a:extLst>
                </a:hlinkClick>
              </a:rPr>
              <a:t>com</a:t>
            </a:r>
            <a:r>
              <a:rPr lang="es-EC" sz="1800" dirty="0">
                <a:effectLst/>
                <a:ea typeface="+mn-lt"/>
                <a:cs typeface="+mn-lt"/>
                <a:hlinkClick r:id="rId2">
                  <a:extLst>
                    <a:ext uri="{A12FA001-AC4F-418D-AE19-62706E023703}">
                      <ahyp:hlinkClr xmlns:ahyp="http://schemas.microsoft.com/office/drawing/2018/hyperlinkcolor" val="tx"/>
                    </a:ext>
                  </a:extLst>
                </a:hlinkClick>
              </a:rPr>
              <a:t>/</a:t>
            </a:r>
            <a:r>
              <a:rPr lang="es-EC" dirty="0">
                <a:ea typeface="+mn-lt"/>
                <a:cs typeface="+mn-lt"/>
                <a:hlinkClick r:id="rId2">
                  <a:extLst>
                    <a:ext uri="{A12FA001-AC4F-418D-AE19-62706E023703}">
                      <ahyp:hlinkClr xmlns:ahyp="http://schemas.microsoft.com/office/drawing/2018/hyperlinkcolor" val="tx"/>
                    </a:ext>
                  </a:extLst>
                </a:hlinkClick>
              </a:rPr>
              <a:t>es</a:t>
            </a:r>
            <a:r>
              <a:rPr lang="es-EC" sz="1800" dirty="0">
                <a:effectLst/>
                <a:ea typeface="+mn-lt"/>
                <a:cs typeface="+mn-lt"/>
                <a:hlinkClick r:id="rId2">
                  <a:extLst>
                    <a:ext uri="{A12FA001-AC4F-418D-AE19-62706E023703}">
                      <ahyp:hlinkClr xmlns:ahyp="http://schemas.microsoft.com/office/drawing/2018/hyperlinkcolor" val="tx"/>
                    </a:ext>
                  </a:extLst>
                </a:hlinkClick>
              </a:rPr>
              <a:t>/</a:t>
            </a:r>
            <a:r>
              <a:rPr lang="es-EC" dirty="0">
                <a:ea typeface="+mn-lt"/>
                <a:cs typeface="+mn-lt"/>
                <a:hlinkClick r:id="rId2">
                  <a:extLst>
                    <a:ext uri="{A12FA001-AC4F-418D-AE19-62706E023703}">
                      <ahyp:hlinkClr xmlns:ahyp="http://schemas.microsoft.com/office/drawing/2018/hyperlinkcolor" val="tx"/>
                    </a:ext>
                  </a:extLst>
                </a:hlinkClick>
              </a:rPr>
              <a:t>downloads.html</a:t>
            </a:r>
            <a:endParaRPr lang="en-US" dirty="0">
              <a:ea typeface="+mn-lt"/>
              <a:cs typeface="+mn-lt"/>
            </a:endParaRPr>
          </a:p>
          <a:p>
            <a:pPr marL="305435" indent="-305435" algn="just">
              <a:tabLst>
                <a:tab pos="243840" algn="l"/>
              </a:tabLst>
            </a:pPr>
            <a:r>
              <a:rPr lang="es-EC" dirty="0" err="1">
                <a:ea typeface="+mn-lt"/>
                <a:cs typeface="+mn-lt"/>
              </a:rPr>
              <a:t>Ruben</a:t>
            </a:r>
            <a:r>
              <a:rPr lang="es-EC" dirty="0">
                <a:ea typeface="+mn-lt"/>
                <a:cs typeface="+mn-lt"/>
              </a:rPr>
              <a:t>, A</a:t>
            </a:r>
            <a:r>
              <a:rPr lang="es-EC" sz="1800" dirty="0">
                <a:effectLst/>
                <a:ea typeface="+mn-lt"/>
                <a:cs typeface="+mn-lt"/>
              </a:rPr>
              <a:t>.</a:t>
            </a:r>
            <a:r>
              <a:rPr lang="es-EC" dirty="0">
                <a:ea typeface="+mn-lt"/>
                <a:cs typeface="+mn-lt"/>
              </a:rPr>
              <a:t> (2017). </a:t>
            </a:r>
            <a:r>
              <a:rPr lang="es-EC" dirty="0" err="1">
                <a:ea typeface="+mn-lt"/>
                <a:cs typeface="+mn-lt"/>
              </a:rPr>
              <a:t>ComputerHoy</a:t>
            </a:r>
            <a:r>
              <a:rPr lang="es-EC" sz="1800" dirty="0">
                <a:effectLst/>
                <a:ea typeface="+mn-lt"/>
                <a:cs typeface="+mn-lt"/>
              </a:rPr>
              <a:t>. </a:t>
            </a:r>
            <a:r>
              <a:rPr lang="es-EC" dirty="0">
                <a:ea typeface="+mn-lt"/>
                <a:cs typeface="+mn-lt"/>
              </a:rPr>
              <a:t>Obtenido de </a:t>
            </a:r>
            <a:r>
              <a:rPr lang="es-EC" dirty="0">
                <a:ea typeface="+mn-lt"/>
                <a:cs typeface="+mn-lt"/>
                <a:hlinkClick r:id="rId3">
                  <a:extLst>
                    <a:ext uri="{A12FA001-AC4F-418D-AE19-62706E023703}">
                      <ahyp:hlinkClr xmlns:ahyp="http://schemas.microsoft.com/office/drawing/2018/hyperlinkcolor" val="tx"/>
                    </a:ext>
                  </a:extLst>
                </a:hlinkClick>
              </a:rPr>
              <a:t>https://computerhoy</a:t>
            </a:r>
            <a:r>
              <a:rPr lang="es-EC" sz="1800" dirty="0">
                <a:effectLst/>
                <a:ea typeface="+mn-lt"/>
                <a:cs typeface="+mn-lt"/>
                <a:hlinkClick r:id="rId3">
                  <a:extLst>
                    <a:ext uri="{A12FA001-AC4F-418D-AE19-62706E023703}">
                      <ahyp:hlinkClr xmlns:ahyp="http://schemas.microsoft.com/office/drawing/2018/hyperlinkcolor" val="tx"/>
                    </a:ext>
                  </a:extLst>
                </a:hlinkClick>
              </a:rPr>
              <a:t>.</a:t>
            </a:r>
            <a:r>
              <a:rPr lang="es-EC" dirty="0">
                <a:ea typeface="+mn-lt"/>
                <a:cs typeface="+mn-lt"/>
                <a:hlinkClick r:id="rId3">
                  <a:extLst>
                    <a:ext uri="{A12FA001-AC4F-418D-AE19-62706E023703}">
                      <ahyp:hlinkClr xmlns:ahyp="http://schemas.microsoft.com/office/drawing/2018/hyperlinkcolor" val="tx"/>
                    </a:ext>
                  </a:extLst>
                </a:hlinkClick>
              </a:rPr>
              <a:t>com/noticias/software/que-es-maquina-virtual-como-funciona-que-sirve-46606</a:t>
            </a:r>
            <a:endParaRPr lang="en-US">
              <a:ea typeface="+mn-lt"/>
              <a:cs typeface="+mn-lt"/>
            </a:endParaRPr>
          </a:p>
          <a:p>
            <a:pPr marL="305435" indent="-305435" algn="just"/>
            <a:r>
              <a:rPr lang="es-EC" dirty="0">
                <a:ea typeface="+mn-lt"/>
                <a:cs typeface="+mn-lt"/>
              </a:rPr>
              <a:t>Material proporcionado por el Ing</a:t>
            </a:r>
            <a:r>
              <a:rPr lang="es-EC" sz="1800" dirty="0">
                <a:effectLst/>
                <a:ea typeface="+mn-lt"/>
                <a:cs typeface="+mn-lt"/>
              </a:rPr>
              <a:t>. </a:t>
            </a:r>
            <a:r>
              <a:rPr lang="es-EC" dirty="0">
                <a:ea typeface="+mn-lt"/>
                <a:cs typeface="+mn-lt"/>
              </a:rPr>
              <a:t>Mauricio Campaña: </a:t>
            </a:r>
            <a:r>
              <a:rPr lang="es-EC" dirty="0">
                <a:ea typeface="+mn-lt"/>
                <a:cs typeface="+mn-lt"/>
                <a:hlinkClick r:id="rId4">
                  <a:extLst>
                    <a:ext uri="{A12FA001-AC4F-418D-AE19-62706E023703}">
                      <ahyp:hlinkClr xmlns:ahyp="http://schemas.microsoft.com/office/drawing/2018/hyperlinkcolor" val="tx"/>
                    </a:ext>
                  </a:extLst>
                </a:hlinkClick>
              </a:rPr>
              <a:t>https://uespe-my</a:t>
            </a:r>
            <a:r>
              <a:rPr lang="es-EC" sz="1800" dirty="0">
                <a:effectLst/>
                <a:ea typeface="+mn-lt"/>
                <a:cs typeface="+mn-lt"/>
                <a:hlinkClick r:id="rId4">
                  <a:extLst>
                    <a:ext uri="{A12FA001-AC4F-418D-AE19-62706E023703}">
                      <ahyp:hlinkClr xmlns:ahyp="http://schemas.microsoft.com/office/drawing/2018/hyperlinkcolor" val="tx"/>
                    </a:ext>
                  </a:extLst>
                </a:hlinkClick>
              </a:rPr>
              <a:t>.</a:t>
            </a:r>
            <a:r>
              <a:rPr lang="es-EC" dirty="0">
                <a:ea typeface="+mn-lt"/>
                <a:cs typeface="+mn-lt"/>
                <a:hlinkClick r:id="rId4">
                  <a:extLst>
                    <a:ext uri="{A12FA001-AC4F-418D-AE19-62706E023703}">
                      <ahyp:hlinkClr xmlns:ahyp="http://schemas.microsoft.com/office/drawing/2018/hyperlinkcolor" val="tx"/>
                    </a:ext>
                  </a:extLst>
                </a:hlinkClick>
              </a:rPr>
              <a:t>sharepoint</a:t>
            </a:r>
            <a:r>
              <a:rPr lang="es-EC" sz="1800" dirty="0">
                <a:effectLst/>
                <a:ea typeface="+mn-lt"/>
                <a:cs typeface="+mn-lt"/>
                <a:hlinkClick r:id="rId4">
                  <a:extLst>
                    <a:ext uri="{A12FA001-AC4F-418D-AE19-62706E023703}">
                      <ahyp:hlinkClr xmlns:ahyp="http://schemas.microsoft.com/office/drawing/2018/hyperlinkcolor" val="tx"/>
                    </a:ext>
                  </a:extLst>
                </a:hlinkClick>
              </a:rPr>
              <a:t>.</a:t>
            </a:r>
            <a:r>
              <a:rPr lang="es-EC" dirty="0">
                <a:ea typeface="+mn-lt"/>
                <a:cs typeface="+mn-lt"/>
                <a:hlinkClick r:id="rId4">
                  <a:extLst>
                    <a:ext uri="{A12FA001-AC4F-418D-AE19-62706E023703}">
                      <ahyp:hlinkClr xmlns:ahyp="http://schemas.microsoft.com/office/drawing/2018/hyperlinkcolor" val="tx"/>
                    </a:ext>
                  </a:extLst>
                </a:hlinkClick>
              </a:rPr>
              <a:t>com/personal/cvvenegas_espe_edu_ec/_layouts/15/onedrive</a:t>
            </a:r>
            <a:r>
              <a:rPr lang="es-EC" sz="1800" dirty="0">
                <a:effectLst/>
                <a:ea typeface="+mn-lt"/>
                <a:cs typeface="+mn-lt"/>
                <a:hlinkClick r:id="rId4">
                  <a:extLst>
                    <a:ext uri="{A12FA001-AC4F-418D-AE19-62706E023703}">
                      <ahyp:hlinkClr xmlns:ahyp="http://schemas.microsoft.com/office/drawing/2018/hyperlinkcolor" val="tx"/>
                    </a:ext>
                  </a:extLst>
                </a:hlinkClick>
              </a:rPr>
              <a:t>.</a:t>
            </a:r>
            <a:r>
              <a:rPr lang="es-EC" dirty="0">
                <a:ea typeface="+mn-lt"/>
                <a:cs typeface="+mn-lt"/>
                <a:hlinkClick r:id="rId4">
                  <a:extLst>
                    <a:ext uri="{A12FA001-AC4F-418D-AE19-62706E023703}">
                      <ahyp:hlinkClr xmlns:ahyp="http://schemas.microsoft.com/office/drawing/2018/hyperlinkcolor" val="tx"/>
                    </a:ext>
                  </a:extLst>
                </a:hlinkClick>
              </a:rPr>
              <a:t>aspx?id=%2Fpersonal%2Fcvvenegas%5Fespe%5Fedu%5Fec%2FDocuments%2FARQSW%5FPAO202451%5F2642%2FAPI%5FDEVNET%5FMONSTER&amp;ga=1</a:t>
            </a:r>
            <a:r>
              <a:rPr lang="es-EC" dirty="0">
                <a:ea typeface="+mn-lt"/>
                <a:cs typeface="+mn-lt"/>
              </a:rPr>
              <a:t> </a:t>
            </a:r>
          </a:p>
        </p:txBody>
      </p:sp>
      <p:sp>
        <p:nvSpPr>
          <p:cNvPr id="5" name="Rectángulo 4">
            <a:extLst>
              <a:ext uri="{FF2B5EF4-FFF2-40B4-BE49-F238E27FC236}">
                <a16:creationId xmlns:a16="http://schemas.microsoft.com/office/drawing/2014/main" id="{1C9745E7-07CB-4EAD-AB25-DF4CD32FFD3F}"/>
              </a:ext>
            </a:extLst>
          </p:cNvPr>
          <p:cNvSpPr/>
          <p:nvPr/>
        </p:nvSpPr>
        <p:spPr>
          <a:xfrm>
            <a:off x="9383697" y="0"/>
            <a:ext cx="2808303"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05435" marR="0" lvl="0" indent="-305435" algn="l" defTabSz="457200" rtl="0" eaLnBrk="1" fontAlgn="auto" latinLnBrk="0" hangingPunct="1">
              <a:lnSpc>
                <a:spcPct val="100000"/>
              </a:lnSpc>
              <a:spcBef>
                <a:spcPct val="20000"/>
              </a:spcBef>
              <a:spcAft>
                <a:spcPts val="600"/>
              </a:spcAft>
              <a:buClr>
                <a:srgbClr val="4590B8"/>
              </a:buClr>
              <a:buSzPct val="92000"/>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MARCO TEÓRICO</a:t>
            </a:r>
            <a:endParaRPr lang="es-E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DESARROLLO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OBJETIVO</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API RESTFUL</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CISCO WEBEX</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LABORATORIO</a:t>
            </a:r>
            <a:endParaRPr lang="en-US" sz="1200" dirty="0">
              <a:solidFill>
                <a:schemeClr val="bg1"/>
              </a:solidFill>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ADMINISTRAR SALAS EN WEBEX</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762635" lvl="1" indent="-305435" defTabSz="457200">
              <a:spcBef>
                <a:spcPct val="20000"/>
              </a:spcBef>
              <a:spcAft>
                <a:spcPts val="600"/>
              </a:spcAft>
              <a:buFont typeface="Wingdings 2,Sans-Serif" panose="05020102010507070707" pitchFamily="18" charset="2"/>
              <a:buChar char=""/>
              <a:defRPr/>
            </a:pPr>
            <a:r>
              <a:rPr lang="es-ES" sz="1200" b="1" dirty="0">
                <a:solidFill>
                  <a:schemeClr val="bg1"/>
                </a:solidFill>
                <a:latin typeface="Gill Sans MT" panose="020B0502020104020203"/>
              </a:rPr>
              <a:t>IMPLEMENTACIÓN DE API REST EN CISCO PACKET TRACER</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CONCLUSIONES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chemeClr val="bg1"/>
                </a:solidFill>
                <a:effectLst/>
                <a:uLnTx/>
                <a:uFillTx/>
                <a:latin typeface="Gill Sans MT" panose="020B0502020104020203"/>
                <a:ea typeface="+mn-ea"/>
                <a:cs typeface="+mn-cs"/>
              </a:rPr>
              <a:t>RECOMENDACIONES</a:t>
            </a:r>
            <a:endParaRPr lang="en-US" sz="1200" i="0" u="none" strike="noStrike" kern="1200" cap="none" spc="0" normalizeH="0" baseline="0" noProof="0" dirty="0">
              <a:ln>
                <a:noFill/>
              </a:ln>
              <a:solidFill>
                <a:schemeClr val="bg1"/>
              </a:solidFill>
              <a:effectLst/>
              <a:uLnTx/>
              <a:uFillTx/>
              <a:latin typeface="Gill Sans MT" panose="020B0502020104020203"/>
            </a:endParaRPr>
          </a:p>
          <a:p>
            <a:pPr marL="305435" marR="0" lvl="0" indent="-305435" algn="l" defTabSz="457200">
              <a:lnSpc>
                <a:spcPct val="100000"/>
              </a:lnSpc>
              <a:spcBef>
                <a:spcPct val="20000"/>
              </a:spcBef>
              <a:spcAft>
                <a:spcPts val="600"/>
              </a:spcAft>
              <a:buFont typeface="Wingdings 2,Sans-Serif" panose="05020102010507070707" pitchFamily="18" charset="2"/>
              <a:buChar char=""/>
              <a:tabLst/>
              <a:defRPr/>
            </a:pPr>
            <a:r>
              <a:rPr kumimoji="0" lang="es-ES" sz="1200" b="1" i="0" u="none" strike="noStrike" kern="1200" cap="none" spc="0" normalizeH="0" baseline="0" noProof="0" dirty="0">
                <a:ln>
                  <a:noFill/>
                </a:ln>
                <a:solidFill>
                  <a:srgbClr val="FFFF00"/>
                </a:solidFill>
                <a:effectLst/>
                <a:uLnTx/>
                <a:uFillTx/>
                <a:latin typeface="Gill Sans MT" panose="020B0502020104020203"/>
                <a:ea typeface="+mn-ea"/>
                <a:cs typeface="+mn-cs"/>
              </a:rPr>
              <a:t>BIBLIOGRAFÍA</a:t>
            </a:r>
            <a:endParaRPr lang="es-ES" dirty="0">
              <a:solidFill>
                <a:srgbClr val="FFFF00"/>
              </a:solidFill>
            </a:endParaRPr>
          </a:p>
        </p:txBody>
      </p:sp>
    </p:spTree>
    <p:extLst>
      <p:ext uri="{BB962C8B-B14F-4D97-AF65-F5344CB8AC3E}">
        <p14:creationId xmlns:p14="http://schemas.microsoft.com/office/powerpoint/2010/main" val="3514226432"/>
      </p:ext>
    </p:extLst>
  </p:cSld>
  <p:clrMapOvr>
    <a:masterClrMapping/>
  </p:clrMapOvr>
</p:sld>
</file>

<file path=ppt/theme/theme1.xml><?xml version="1.0" encoding="utf-8"?>
<a:theme xmlns:a="http://schemas.openxmlformats.org/drawingml/2006/main" name="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docProps/app.xml><?xml version="1.0" encoding="utf-8"?>
<Properties xmlns="http://schemas.openxmlformats.org/officeDocument/2006/extended-properties" xmlns:vt="http://schemas.openxmlformats.org/officeDocument/2006/docPropsVTypes">
  <TotalTime>346</TotalTime>
  <Words>3256</Words>
  <Application>Microsoft Office PowerPoint</Application>
  <PresentationFormat>Panorámica</PresentationFormat>
  <Paragraphs>605</Paragraphs>
  <Slides>39</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39</vt:i4>
      </vt:variant>
    </vt:vector>
  </HeadingPairs>
  <TitlesOfParts>
    <vt:vector size="46" baseType="lpstr">
      <vt:lpstr>Arial</vt:lpstr>
      <vt:lpstr>Cambria</vt:lpstr>
      <vt:lpstr>Gill Sans MT</vt:lpstr>
      <vt:lpstr>Symbol</vt:lpstr>
      <vt:lpstr>Wingdings 2</vt:lpstr>
      <vt:lpstr>Wingdings 2,Sans-Serif</vt:lpstr>
      <vt:lpstr>Dividendo</vt:lpstr>
      <vt:lpstr>API CISCO DETNET</vt:lpstr>
      <vt:lpstr>Presentación de PowerPoint</vt:lpstr>
      <vt:lpstr>DESARROLLO</vt:lpstr>
      <vt:lpstr>MARCO TEÓRICO</vt:lpstr>
      <vt:lpstr>MARCO TEÓRICO</vt:lpstr>
      <vt:lpstr>MARCO TEÓRICO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Aplicación web con MVC implementado en JAVA Caso Practico Saltos “MONSTER”</dc:title>
  <dc:creator>Michael Villarruel</dc:creator>
  <cp:lastModifiedBy>JEFFERSON LEONARDO OBANDO CARLOSAMA</cp:lastModifiedBy>
  <cp:revision>1036</cp:revision>
  <dcterms:created xsi:type="dcterms:W3CDTF">2020-08-13T07:15:02Z</dcterms:created>
  <dcterms:modified xsi:type="dcterms:W3CDTF">2025-12-17T22:15:46Z</dcterms:modified>
</cp:coreProperties>
</file>